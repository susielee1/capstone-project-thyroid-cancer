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 id="262" r:id="rId3"/>
    <p:sldId id="260" r:id="rId4"/>
    <p:sldId id="259" r:id="rId5"/>
    <p:sldId id="261" r:id="rId6"/>
    <p:sldId id="263" r:id="rId7"/>
    <p:sldId id="258"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387A0-687D-4511-93EA-AE40F5E16F94}" v="7" dt="2026-05-25T03:50:54.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3" autoAdjust="0"/>
    <p:restoredTop sz="94660"/>
  </p:normalViewPr>
  <p:slideViewPr>
    <p:cSldViewPr snapToGrid="0">
      <p:cViewPr varScale="1">
        <p:scale>
          <a:sx n="88" d="100"/>
          <a:sy n="88" d="100"/>
        </p:scale>
        <p:origin x="5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Susie" userId="979bc8aa-0e05-4b74-be8d-4d8b8edf6650" providerId="ADAL" clId="{8D32E3AD-4C24-4EC3-A286-18598D4432B9}"/>
    <pc:docChg chg="undo custSel addSld delSld modSld sldOrd">
      <pc:chgData name="Lee, Susie" userId="979bc8aa-0e05-4b74-be8d-4d8b8edf6650" providerId="ADAL" clId="{8D32E3AD-4C24-4EC3-A286-18598D4432B9}" dt="2026-05-25T03:57:06.739" v="2540" actId="20577"/>
      <pc:docMkLst>
        <pc:docMk/>
      </pc:docMkLst>
      <pc:sldChg chg="addSp delSp modSp del mod ord setBg delDesignElem">
        <pc:chgData name="Lee, Susie" userId="979bc8aa-0e05-4b74-be8d-4d8b8edf6650" providerId="ADAL" clId="{8D32E3AD-4C24-4EC3-A286-18598D4432B9}" dt="2026-05-25T03:53:02.945" v="2498" actId="2696"/>
        <pc:sldMkLst>
          <pc:docMk/>
          <pc:sldMk cId="1042756777" sldId="257"/>
        </pc:sldMkLst>
      </pc:sldChg>
      <pc:sldChg chg="addSp delSp modSp mod setBg delDesignElem">
        <pc:chgData name="Lee, Susie" userId="979bc8aa-0e05-4b74-be8d-4d8b8edf6650" providerId="ADAL" clId="{8D32E3AD-4C24-4EC3-A286-18598D4432B9}" dt="2026-05-21T04:00:37.105" v="2315" actId="255"/>
        <pc:sldMkLst>
          <pc:docMk/>
          <pc:sldMk cId="2628378059" sldId="258"/>
        </pc:sldMkLst>
        <pc:spChg chg="add mod ord">
          <ac:chgData name="Lee, Susie" userId="979bc8aa-0e05-4b74-be8d-4d8b8edf6650" providerId="ADAL" clId="{8D32E3AD-4C24-4EC3-A286-18598D4432B9}" dt="2026-05-21T04:00:37.105" v="2315" actId="255"/>
          <ac:spMkLst>
            <pc:docMk/>
            <pc:sldMk cId="2628378059" sldId="258"/>
            <ac:spMk id="20" creationId="{9B9EB553-2CCA-6B30-84D9-581F13BEB4F0}"/>
          </ac:spMkLst>
        </pc:spChg>
        <pc:picChg chg="add mod ord">
          <ac:chgData name="Lee, Susie" userId="979bc8aa-0e05-4b74-be8d-4d8b8edf6650" providerId="ADAL" clId="{8D32E3AD-4C24-4EC3-A286-18598D4432B9}" dt="2026-05-20T23:08:57.856" v="57" actId="26606"/>
          <ac:picMkLst>
            <pc:docMk/>
            <pc:sldMk cId="2628378059" sldId="258"/>
            <ac:picMk id="5" creationId="{CDDC4AE2-548A-1B97-53E3-9E89DE961F4B}"/>
          </ac:picMkLst>
        </pc:picChg>
        <pc:picChg chg="add mod ord">
          <ac:chgData name="Lee, Susie" userId="979bc8aa-0e05-4b74-be8d-4d8b8edf6650" providerId="ADAL" clId="{8D32E3AD-4C24-4EC3-A286-18598D4432B9}" dt="2026-05-21T03:57:03.794" v="2213" actId="1076"/>
          <ac:picMkLst>
            <pc:docMk/>
            <pc:sldMk cId="2628378059" sldId="258"/>
            <ac:picMk id="9" creationId="{FB3C2A66-9F8D-9CA3-3E2C-4BEF97BC306C}"/>
          </ac:picMkLst>
        </pc:picChg>
      </pc:sldChg>
      <pc:sldChg chg="addSp delSp modSp mod ord setBg delDesignElem">
        <pc:chgData name="Lee, Susie" userId="979bc8aa-0e05-4b74-be8d-4d8b8edf6650" providerId="ADAL" clId="{8D32E3AD-4C24-4EC3-A286-18598D4432B9}" dt="2026-05-21T04:08:11.594" v="2394" actId="14100"/>
        <pc:sldMkLst>
          <pc:docMk/>
          <pc:sldMk cId="2815806284" sldId="259"/>
        </pc:sldMkLst>
        <pc:picChg chg="add mod ord">
          <ac:chgData name="Lee, Susie" userId="979bc8aa-0e05-4b74-be8d-4d8b8edf6650" providerId="ADAL" clId="{8D32E3AD-4C24-4EC3-A286-18598D4432B9}" dt="2026-05-21T04:08:11.594" v="2394" actId="14100"/>
          <ac:picMkLst>
            <pc:docMk/>
            <pc:sldMk cId="2815806284" sldId="259"/>
            <ac:picMk id="5" creationId="{5856F07A-B7DB-4842-7711-B0740B0C9C90}"/>
          </ac:picMkLst>
        </pc:picChg>
      </pc:sldChg>
      <pc:sldChg chg="addSp delSp modSp new mod ord setBg delDesignElem">
        <pc:chgData name="Lee, Susie" userId="979bc8aa-0e05-4b74-be8d-4d8b8edf6650" providerId="ADAL" clId="{8D32E3AD-4C24-4EC3-A286-18598D4432B9}" dt="2026-05-25T03:57:06.739" v="2540" actId="20577"/>
        <pc:sldMkLst>
          <pc:docMk/>
          <pc:sldMk cId="3078942004" sldId="260"/>
        </pc:sldMkLst>
        <pc:spChg chg="mod">
          <ac:chgData name="Lee, Susie" userId="979bc8aa-0e05-4b74-be8d-4d8b8edf6650" providerId="ADAL" clId="{8D32E3AD-4C24-4EC3-A286-18598D4432B9}" dt="2026-05-21T03:22:30.513" v="1643" actId="26606"/>
          <ac:spMkLst>
            <pc:docMk/>
            <pc:sldMk cId="3078942004" sldId="260"/>
            <ac:spMk id="2" creationId="{1934D4AD-BA30-9351-84A8-5BC9E367F3B7}"/>
          </ac:spMkLst>
        </pc:spChg>
        <pc:spChg chg="add mod">
          <ac:chgData name="Lee, Susie" userId="979bc8aa-0e05-4b74-be8d-4d8b8edf6650" providerId="ADAL" clId="{8D32E3AD-4C24-4EC3-A286-18598D4432B9}" dt="2026-05-25T03:57:06.739" v="2540" actId="20577"/>
          <ac:spMkLst>
            <pc:docMk/>
            <pc:sldMk cId="3078942004" sldId="260"/>
            <ac:spMk id="75" creationId="{F7BA51D6-EDC5-F1AD-5A12-ECDB12D32E76}"/>
          </ac:spMkLst>
        </pc:spChg>
        <pc:cxnChg chg="add">
          <ac:chgData name="Lee, Susie" userId="979bc8aa-0e05-4b74-be8d-4d8b8edf6650" providerId="ADAL" clId="{8D32E3AD-4C24-4EC3-A286-18598D4432B9}" dt="2026-05-21T03:22:30.513" v="1643" actId="26606"/>
          <ac:cxnSpMkLst>
            <pc:docMk/>
            <pc:sldMk cId="3078942004" sldId="260"/>
            <ac:cxnSpMk id="88" creationId="{0B5F7E3B-C5F1-40E0-A491-558BAFBC1127}"/>
          </ac:cxnSpMkLst>
        </pc:cxnChg>
      </pc:sldChg>
      <pc:sldChg chg="addSp delSp modSp new mod ord setBg delDesignElem">
        <pc:chgData name="Lee, Susie" userId="979bc8aa-0e05-4b74-be8d-4d8b8edf6650" providerId="ADAL" clId="{8D32E3AD-4C24-4EC3-A286-18598D4432B9}" dt="2026-05-25T03:03:13.549" v="2399"/>
        <pc:sldMkLst>
          <pc:docMk/>
          <pc:sldMk cId="4126133397" sldId="261"/>
        </pc:sldMkLst>
        <pc:spChg chg="add">
          <ac:chgData name="Lee, Susie" userId="979bc8aa-0e05-4b74-be8d-4d8b8edf6650" providerId="ADAL" clId="{8D32E3AD-4C24-4EC3-A286-18598D4432B9}" dt="2026-05-21T04:01:59.537" v="2321" actId="26606"/>
          <ac:spMkLst>
            <pc:docMk/>
            <pc:sldMk cId="4126133397" sldId="261"/>
            <ac:spMk id="23" creationId="{7459C506-5F4B-4B75-9218-C7C3F87FA8D3}"/>
          </ac:spMkLst>
        </pc:spChg>
        <pc:spChg chg="add">
          <ac:chgData name="Lee, Susie" userId="979bc8aa-0e05-4b74-be8d-4d8b8edf6650" providerId="ADAL" clId="{8D32E3AD-4C24-4EC3-A286-18598D4432B9}" dt="2026-05-21T04:01:59.537" v="2321" actId="26606"/>
          <ac:spMkLst>
            <pc:docMk/>
            <pc:sldMk cId="4126133397" sldId="261"/>
            <ac:spMk id="36" creationId="{4E74DA95-CD7A-4D5E-9D27-67A759CE708D}"/>
          </ac:spMkLst>
        </pc:spChg>
        <pc:grpChg chg="add">
          <ac:chgData name="Lee, Susie" userId="979bc8aa-0e05-4b74-be8d-4d8b8edf6650" providerId="ADAL" clId="{8D32E3AD-4C24-4EC3-A286-18598D4432B9}" dt="2026-05-21T04:01:59.537" v="2321" actId="26606"/>
          <ac:grpSpMkLst>
            <pc:docMk/>
            <pc:sldMk cId="4126133397" sldId="261"/>
            <ac:grpSpMk id="11" creationId="{7664F850-BA8B-47AE-B11A-225CAB8969F1}"/>
          </ac:grpSpMkLst>
        </pc:grpChg>
        <pc:grpChg chg="add">
          <ac:chgData name="Lee, Susie" userId="979bc8aa-0e05-4b74-be8d-4d8b8edf6650" providerId="ADAL" clId="{8D32E3AD-4C24-4EC3-A286-18598D4432B9}" dt="2026-05-21T04:01:59.537" v="2321" actId="26606"/>
          <ac:grpSpMkLst>
            <pc:docMk/>
            <pc:sldMk cId="4126133397" sldId="261"/>
            <ac:grpSpMk id="25" creationId="{BC659EEB-C3AE-4544-8263-417009DCDF41}"/>
          </ac:grpSpMkLst>
        </pc:grpChg>
        <pc:picChg chg="add mod ord">
          <ac:chgData name="Lee, Susie" userId="979bc8aa-0e05-4b74-be8d-4d8b8edf6650" providerId="ADAL" clId="{8D32E3AD-4C24-4EC3-A286-18598D4432B9}" dt="2026-05-21T04:02:29.722" v="2329" actId="1076"/>
          <ac:picMkLst>
            <pc:docMk/>
            <pc:sldMk cId="4126133397" sldId="261"/>
            <ac:picMk id="5" creationId="{9BA58205-6C52-6038-4200-EB5C960E2CB5}"/>
          </ac:picMkLst>
        </pc:picChg>
        <pc:picChg chg="add mod">
          <ac:chgData name="Lee, Susie" userId="979bc8aa-0e05-4b74-be8d-4d8b8edf6650" providerId="ADAL" clId="{8D32E3AD-4C24-4EC3-A286-18598D4432B9}" dt="2026-05-21T04:02:26.990" v="2328" actId="1076"/>
          <ac:picMkLst>
            <pc:docMk/>
            <pc:sldMk cId="4126133397" sldId="261"/>
            <ac:picMk id="6" creationId="{EB38338A-141B-E61A-2CEE-A280AA03C1A0}"/>
          </ac:picMkLst>
        </pc:picChg>
        <pc:cxnChg chg="add">
          <ac:chgData name="Lee, Susie" userId="979bc8aa-0e05-4b74-be8d-4d8b8edf6650" providerId="ADAL" clId="{8D32E3AD-4C24-4EC3-A286-18598D4432B9}" dt="2026-05-21T04:01:59.537" v="2321" actId="26606"/>
          <ac:cxnSpMkLst>
            <pc:docMk/>
            <pc:sldMk cId="4126133397" sldId="261"/>
            <ac:cxnSpMk id="38" creationId="{14AA3B5C-0C55-4FFF-9C45-8F9F7C074A4E}"/>
          </ac:cxnSpMkLst>
        </pc:cxnChg>
      </pc:sldChg>
      <pc:sldChg chg="addSp delSp modSp new mod setBg modAnim delDesignElem">
        <pc:chgData name="Lee, Susie" userId="979bc8aa-0e05-4b74-be8d-4d8b8edf6650" providerId="ADAL" clId="{8D32E3AD-4C24-4EC3-A286-18598D4432B9}" dt="2026-05-25T03:53:39.950" v="2518" actId="20577"/>
        <pc:sldMkLst>
          <pc:docMk/>
          <pc:sldMk cId="4232496392" sldId="262"/>
        </pc:sldMkLst>
        <pc:spChg chg="mod ord">
          <ac:chgData name="Lee, Susie" userId="979bc8aa-0e05-4b74-be8d-4d8b8edf6650" providerId="ADAL" clId="{8D32E3AD-4C24-4EC3-A286-18598D4432B9}" dt="2026-05-21T03:18:58.081" v="1608" actId="27636"/>
          <ac:spMkLst>
            <pc:docMk/>
            <pc:sldMk cId="4232496392" sldId="262"/>
            <ac:spMk id="2" creationId="{2D934CC8-D380-A21D-7849-4154F947F349}"/>
          </ac:spMkLst>
        </pc:spChg>
        <pc:graphicFrameChg chg="add mod ord modGraphic">
          <ac:chgData name="Lee, Susie" userId="979bc8aa-0e05-4b74-be8d-4d8b8edf6650" providerId="ADAL" clId="{8D32E3AD-4C24-4EC3-A286-18598D4432B9}" dt="2026-05-25T03:53:39.950" v="2518" actId="20577"/>
          <ac:graphicFrameMkLst>
            <pc:docMk/>
            <pc:sldMk cId="4232496392" sldId="262"/>
            <ac:graphicFrameMk id="19" creationId="{C0AC782E-24C0-542D-36C9-8F261BAE0AE9}"/>
          </ac:graphicFrameMkLst>
        </pc:graphicFrameChg>
        <pc:picChg chg="add mod">
          <ac:chgData name="Lee, Susie" userId="979bc8aa-0e05-4b74-be8d-4d8b8edf6650" providerId="ADAL" clId="{8D32E3AD-4C24-4EC3-A286-18598D4432B9}" dt="2026-05-21T03:09:59.700" v="1577" actId="26606"/>
          <ac:picMkLst>
            <pc:docMk/>
            <pc:sldMk cId="4232496392" sldId="262"/>
            <ac:picMk id="6" creationId="{AD0B169C-989B-1357-3734-87AA22B9CF12}"/>
          </ac:picMkLst>
        </pc:picChg>
      </pc:sldChg>
      <pc:sldChg chg="addSp delSp modSp new mod ord setBg delDesignElem">
        <pc:chgData name="Lee, Susie" userId="979bc8aa-0e05-4b74-be8d-4d8b8edf6650" providerId="ADAL" clId="{8D32E3AD-4C24-4EC3-A286-18598D4432B9}" dt="2026-05-25T03:03:08.999" v="2397"/>
        <pc:sldMkLst>
          <pc:docMk/>
          <pc:sldMk cId="1636456439" sldId="263"/>
        </pc:sldMkLst>
        <pc:spChg chg="add ord">
          <ac:chgData name="Lee, Susie" userId="979bc8aa-0e05-4b74-be8d-4d8b8edf6650" providerId="ADAL" clId="{8D32E3AD-4C24-4EC3-A286-18598D4432B9}" dt="2026-05-21T03:37:41.515" v="1694" actId="26606"/>
          <ac:spMkLst>
            <pc:docMk/>
            <pc:sldMk cId="1636456439" sldId="263"/>
            <ac:spMk id="14" creationId="{1DC728AB-AACC-6916-8D7B-80F1F2C28A40}"/>
          </ac:spMkLst>
        </pc:spChg>
        <pc:spChg chg="add mod ord">
          <ac:chgData name="Lee, Susie" userId="979bc8aa-0e05-4b74-be8d-4d8b8edf6650" providerId="ADAL" clId="{8D32E3AD-4C24-4EC3-A286-18598D4432B9}" dt="2026-05-21T04:04:34.373" v="2353" actId="255"/>
          <ac:spMkLst>
            <pc:docMk/>
            <pc:sldMk cId="1636456439" sldId="263"/>
            <ac:spMk id="24" creationId="{41D3D53F-685F-520D-2D08-D99DBD07C6F9}"/>
          </ac:spMkLst>
        </pc:spChg>
        <pc:picChg chg="add mod ord">
          <ac:chgData name="Lee, Susie" userId="979bc8aa-0e05-4b74-be8d-4d8b8edf6650" providerId="ADAL" clId="{8D32E3AD-4C24-4EC3-A286-18598D4432B9}" dt="2026-05-21T03:37:41.515" v="1694" actId="26606"/>
          <ac:picMkLst>
            <pc:docMk/>
            <pc:sldMk cId="1636456439" sldId="263"/>
            <ac:picMk id="5" creationId="{494DEB12-DFD4-B675-9F1E-AC4C2FCFA7FE}"/>
          </ac:picMkLst>
        </pc:picChg>
        <pc:picChg chg="add mod ord">
          <ac:chgData name="Lee, Susie" userId="979bc8aa-0e05-4b74-be8d-4d8b8edf6650" providerId="ADAL" clId="{8D32E3AD-4C24-4EC3-A286-18598D4432B9}" dt="2026-05-21T03:37:41.515" v="1694" actId="26606"/>
          <ac:picMkLst>
            <pc:docMk/>
            <pc:sldMk cId="1636456439" sldId="263"/>
            <ac:picMk id="9" creationId="{C99AB99C-DBC1-8129-97D0-73CE4247B0D8}"/>
          </ac:picMkLst>
        </pc:picChg>
      </pc:sldChg>
      <pc:sldChg chg="modSp new mod ord">
        <pc:chgData name="Lee, Susie" userId="979bc8aa-0e05-4b74-be8d-4d8b8edf6650" providerId="ADAL" clId="{8D32E3AD-4C24-4EC3-A286-18598D4432B9}" dt="2026-05-21T03:47:43.515" v="1816" actId="14100"/>
        <pc:sldMkLst>
          <pc:docMk/>
          <pc:sldMk cId="876519983" sldId="264"/>
        </pc:sldMkLst>
        <pc:spChg chg="mod">
          <ac:chgData name="Lee, Susie" userId="979bc8aa-0e05-4b74-be8d-4d8b8edf6650" providerId="ADAL" clId="{8D32E3AD-4C24-4EC3-A286-18598D4432B9}" dt="2026-05-21T03:18:57.858" v="1604"/>
          <ac:spMkLst>
            <pc:docMk/>
            <pc:sldMk cId="876519983" sldId="264"/>
            <ac:spMk id="2" creationId="{3B3320B7-0972-177D-1889-51C39914045C}"/>
          </ac:spMkLst>
        </pc:spChg>
        <pc:spChg chg="mod">
          <ac:chgData name="Lee, Susie" userId="979bc8aa-0e05-4b74-be8d-4d8b8edf6650" providerId="ADAL" clId="{8D32E3AD-4C24-4EC3-A286-18598D4432B9}" dt="2026-05-21T03:47:43.515" v="1816" actId="14100"/>
          <ac:spMkLst>
            <pc:docMk/>
            <pc:sldMk cId="876519983" sldId="264"/>
            <ac:spMk id="3" creationId="{4D18ED48-952A-0730-3A12-EBF150C15755}"/>
          </ac:spMkLst>
        </pc:spChg>
      </pc:sldChg>
      <pc:sldChg chg="addSp modSp new mod setBg">
        <pc:chgData name="Lee, Susie" userId="979bc8aa-0e05-4b74-be8d-4d8b8edf6650" providerId="ADAL" clId="{8D32E3AD-4C24-4EC3-A286-18598D4432B9}" dt="2026-05-25T03:52:22.725" v="2497" actId="14100"/>
        <pc:sldMkLst>
          <pc:docMk/>
          <pc:sldMk cId="156554742" sldId="265"/>
        </pc:sldMkLst>
        <pc:spChg chg="mod">
          <ac:chgData name="Lee, Susie" userId="979bc8aa-0e05-4b74-be8d-4d8b8edf6650" providerId="ADAL" clId="{8D32E3AD-4C24-4EC3-A286-18598D4432B9}" dt="2026-05-25T03:51:16.227" v="2490" actId="26606"/>
          <ac:spMkLst>
            <pc:docMk/>
            <pc:sldMk cId="156554742" sldId="265"/>
            <ac:spMk id="2" creationId="{163A09BC-4B8E-0806-7F25-83AFAB55C0B1}"/>
          </ac:spMkLst>
        </pc:spChg>
        <pc:spChg chg="mod">
          <ac:chgData name="Lee, Susie" userId="979bc8aa-0e05-4b74-be8d-4d8b8edf6650" providerId="ADAL" clId="{8D32E3AD-4C24-4EC3-A286-18598D4432B9}" dt="2026-05-25T03:51:16.227" v="2490" actId="26606"/>
          <ac:spMkLst>
            <pc:docMk/>
            <pc:sldMk cId="156554742" sldId="265"/>
            <ac:spMk id="3" creationId="{A8C910C5-7A3A-3811-BA04-22CA79612F8C}"/>
          </ac:spMkLst>
        </pc:spChg>
        <pc:spChg chg="add">
          <ac:chgData name="Lee, Susie" userId="979bc8aa-0e05-4b74-be8d-4d8b8edf6650" providerId="ADAL" clId="{8D32E3AD-4C24-4EC3-A286-18598D4432B9}" dt="2026-05-25T03:51:16.227" v="2490" actId="26606"/>
          <ac:spMkLst>
            <pc:docMk/>
            <pc:sldMk cId="156554742" sldId="265"/>
            <ac:spMk id="10" creationId="{4BE9D4C4-9FA3-4885-A769-301639CC7AD4}"/>
          </ac:spMkLst>
        </pc:spChg>
        <pc:spChg chg="add">
          <ac:chgData name="Lee, Susie" userId="979bc8aa-0e05-4b74-be8d-4d8b8edf6650" providerId="ADAL" clId="{8D32E3AD-4C24-4EC3-A286-18598D4432B9}" dt="2026-05-25T03:51:16.227" v="2490" actId="26606"/>
          <ac:spMkLst>
            <pc:docMk/>
            <pc:sldMk cId="156554742" sldId="265"/>
            <ac:spMk id="12" creationId="{4524F065-9F7C-400C-9A20-B343BFAA6AAB}"/>
          </ac:spMkLst>
        </pc:spChg>
        <pc:spChg chg="add">
          <ac:chgData name="Lee, Susie" userId="979bc8aa-0e05-4b74-be8d-4d8b8edf6650" providerId="ADAL" clId="{8D32E3AD-4C24-4EC3-A286-18598D4432B9}" dt="2026-05-25T03:51:16.227" v="2490" actId="26606"/>
          <ac:spMkLst>
            <pc:docMk/>
            <pc:sldMk cId="156554742" sldId="265"/>
            <ac:spMk id="14" creationId="{7EB6695E-BED5-4DA3-8C9B-AD301AEF4776}"/>
          </ac:spMkLst>
        </pc:spChg>
        <pc:spChg chg="add">
          <ac:chgData name="Lee, Susie" userId="979bc8aa-0e05-4b74-be8d-4d8b8edf6650" providerId="ADAL" clId="{8D32E3AD-4C24-4EC3-A286-18598D4432B9}" dt="2026-05-25T03:51:16.227" v="2490" actId="26606"/>
          <ac:spMkLst>
            <pc:docMk/>
            <pc:sldMk cId="156554742" sldId="265"/>
            <ac:spMk id="16" creationId="{46DB9E65-E072-43AF-A8C9-9744BA0CC25F}"/>
          </ac:spMkLst>
        </pc:spChg>
        <pc:picChg chg="add mod ord">
          <ac:chgData name="Lee, Susie" userId="979bc8aa-0e05-4b74-be8d-4d8b8edf6650" providerId="ADAL" clId="{8D32E3AD-4C24-4EC3-A286-18598D4432B9}" dt="2026-05-25T03:52:22.725" v="2497" actId="14100"/>
          <ac:picMkLst>
            <pc:docMk/>
            <pc:sldMk cId="156554742" sldId="265"/>
            <ac:picMk id="4" creationId="{29DC591B-0136-F526-BA09-EA40F7CABF7D}"/>
          </ac:picMkLst>
        </pc:picChg>
        <pc:picChg chg="add mod">
          <ac:chgData name="Lee, Susie" userId="979bc8aa-0e05-4b74-be8d-4d8b8edf6650" providerId="ADAL" clId="{8D32E3AD-4C24-4EC3-A286-18598D4432B9}" dt="2026-05-25T03:52:16.180" v="2496" actId="14100"/>
          <ac:picMkLst>
            <pc:docMk/>
            <pc:sldMk cId="156554742" sldId="265"/>
            <ac:picMk id="5" creationId="{2C6C8245-50A7-DD05-1E5E-2495F335BCBC}"/>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A43F82-B950-4723-A43D-F2F2C54F493F}" type="doc">
      <dgm:prSet loTypeId="urn:microsoft.com/office/officeart/2018/2/layout/Icon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943A9626-F5EF-4098-9CA2-71963791B3D6}">
      <dgm:prSet/>
      <dgm:spPr/>
      <dgm:t>
        <a:bodyPr/>
        <a:lstStyle/>
        <a:p>
          <a:r>
            <a:rPr lang="en-US" dirty="0"/>
            <a:t>Research Questions</a:t>
          </a:r>
        </a:p>
      </dgm:t>
    </dgm:pt>
    <dgm:pt modelId="{68619C51-ABB1-4366-9D01-CE8D0E4907F1}" type="parTrans" cxnId="{FA97F470-AF8B-404E-8BCB-F49F2E59DC41}">
      <dgm:prSet/>
      <dgm:spPr/>
      <dgm:t>
        <a:bodyPr/>
        <a:lstStyle/>
        <a:p>
          <a:endParaRPr lang="en-US"/>
        </a:p>
      </dgm:t>
    </dgm:pt>
    <dgm:pt modelId="{DE9E9210-C968-4759-A9D9-E7E40AE1ECD9}" type="sibTrans" cxnId="{FA97F470-AF8B-404E-8BCB-F49F2E59DC41}">
      <dgm:prSet/>
      <dgm:spPr/>
      <dgm:t>
        <a:bodyPr/>
        <a:lstStyle/>
        <a:p>
          <a:endParaRPr lang="en-US"/>
        </a:p>
      </dgm:t>
    </dgm:pt>
    <dgm:pt modelId="{7A1422E8-7E16-4833-B54F-C88B3ED4BC2C}">
      <dgm:prSet/>
      <dgm:spPr/>
      <dgm:t>
        <a:bodyPr/>
        <a:lstStyle/>
        <a:p>
          <a:r>
            <a:rPr lang="en-US"/>
            <a:t>What are the risk factors contributing to thyroid cancer and which one have the highest chance that led to thyroid cancer?</a:t>
          </a:r>
        </a:p>
      </dgm:t>
    </dgm:pt>
    <dgm:pt modelId="{FB01B3B4-82D0-4254-BD20-437F829245C9}" type="parTrans" cxnId="{4A19167A-5EA3-4C9E-9778-A51C54C72C9C}">
      <dgm:prSet/>
      <dgm:spPr/>
      <dgm:t>
        <a:bodyPr/>
        <a:lstStyle/>
        <a:p>
          <a:endParaRPr lang="en-US"/>
        </a:p>
      </dgm:t>
    </dgm:pt>
    <dgm:pt modelId="{624A1EE9-1028-496F-B4B5-7180EA55CB0A}" type="sibTrans" cxnId="{4A19167A-5EA3-4C9E-9778-A51C54C72C9C}">
      <dgm:prSet/>
      <dgm:spPr/>
      <dgm:t>
        <a:bodyPr/>
        <a:lstStyle/>
        <a:p>
          <a:endParaRPr lang="en-US"/>
        </a:p>
      </dgm:t>
    </dgm:pt>
    <dgm:pt modelId="{BC6D9458-9810-46D7-93C4-07B3CFD7B829}">
      <dgm:prSet/>
      <dgm:spPr/>
      <dgm:t>
        <a:bodyPr/>
        <a:lstStyle/>
        <a:p>
          <a:r>
            <a:rPr lang="en-US" dirty="0"/>
            <a:t>Who have the highest risk to develop thyroid cancer?</a:t>
          </a:r>
        </a:p>
      </dgm:t>
    </dgm:pt>
    <dgm:pt modelId="{96913B84-CD93-45FE-999A-837A8A7B3E92}" type="parTrans" cxnId="{E8F186CB-0D26-49C8-B91C-EF8556F2E409}">
      <dgm:prSet/>
      <dgm:spPr/>
      <dgm:t>
        <a:bodyPr/>
        <a:lstStyle/>
        <a:p>
          <a:endParaRPr lang="en-US"/>
        </a:p>
      </dgm:t>
    </dgm:pt>
    <dgm:pt modelId="{17A4E867-6490-43E8-9D52-7ED78F823BF4}" type="sibTrans" cxnId="{E8F186CB-0D26-49C8-B91C-EF8556F2E409}">
      <dgm:prSet/>
      <dgm:spPr/>
      <dgm:t>
        <a:bodyPr/>
        <a:lstStyle/>
        <a:p>
          <a:endParaRPr lang="en-US"/>
        </a:p>
      </dgm:t>
    </dgm:pt>
    <dgm:pt modelId="{CFD98A67-0597-4887-BF38-7D37AA935CD6}" type="pres">
      <dgm:prSet presAssocID="{BBA43F82-B950-4723-A43D-F2F2C54F493F}" presName="root" presStyleCnt="0">
        <dgm:presLayoutVars>
          <dgm:dir/>
          <dgm:resizeHandles val="exact"/>
        </dgm:presLayoutVars>
      </dgm:prSet>
      <dgm:spPr/>
    </dgm:pt>
    <dgm:pt modelId="{C40368FF-B95A-4BD8-974A-52422EF2D7BF}" type="pres">
      <dgm:prSet presAssocID="{943A9626-F5EF-4098-9CA2-71963791B3D6}" presName="compNode" presStyleCnt="0"/>
      <dgm:spPr/>
    </dgm:pt>
    <dgm:pt modelId="{296048F1-413E-463F-8889-E0256DB9727C}" type="pres">
      <dgm:prSet presAssocID="{943A9626-F5EF-4098-9CA2-71963791B3D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13846223-BF72-43C0-B88A-4CF3145AC518}" type="pres">
      <dgm:prSet presAssocID="{943A9626-F5EF-4098-9CA2-71963791B3D6}" presName="spaceRect" presStyleCnt="0"/>
      <dgm:spPr/>
    </dgm:pt>
    <dgm:pt modelId="{5A4F1877-7877-42DC-A159-18F6D3834CD4}" type="pres">
      <dgm:prSet presAssocID="{943A9626-F5EF-4098-9CA2-71963791B3D6}" presName="textRect" presStyleLbl="revTx" presStyleIdx="0" presStyleCnt="3">
        <dgm:presLayoutVars>
          <dgm:chMax val="1"/>
          <dgm:chPref val="1"/>
        </dgm:presLayoutVars>
      </dgm:prSet>
      <dgm:spPr/>
    </dgm:pt>
    <dgm:pt modelId="{66470C2B-9929-47A2-90F3-D6A77E2B7760}" type="pres">
      <dgm:prSet presAssocID="{DE9E9210-C968-4759-A9D9-E7E40AE1ECD9}" presName="sibTrans" presStyleCnt="0"/>
      <dgm:spPr/>
    </dgm:pt>
    <dgm:pt modelId="{F4BD580D-787B-4263-B68A-D4D4E78C56D0}" type="pres">
      <dgm:prSet presAssocID="{7A1422E8-7E16-4833-B54F-C88B3ED4BC2C}" presName="compNode" presStyleCnt="0"/>
      <dgm:spPr/>
    </dgm:pt>
    <dgm:pt modelId="{E5347144-EA0E-4FA6-AC5E-11292B67229E}" type="pres">
      <dgm:prSet presAssocID="{7A1422E8-7E16-4833-B54F-C88B3ED4BC2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76CB0AFC-1B6A-4B15-80C3-276E4DD0D968}" type="pres">
      <dgm:prSet presAssocID="{7A1422E8-7E16-4833-B54F-C88B3ED4BC2C}" presName="spaceRect" presStyleCnt="0"/>
      <dgm:spPr/>
    </dgm:pt>
    <dgm:pt modelId="{ECE75BA8-83D9-4965-B2E9-A7546094D03A}" type="pres">
      <dgm:prSet presAssocID="{7A1422E8-7E16-4833-B54F-C88B3ED4BC2C}" presName="textRect" presStyleLbl="revTx" presStyleIdx="1" presStyleCnt="3">
        <dgm:presLayoutVars>
          <dgm:chMax val="1"/>
          <dgm:chPref val="1"/>
        </dgm:presLayoutVars>
      </dgm:prSet>
      <dgm:spPr/>
    </dgm:pt>
    <dgm:pt modelId="{CAB4C02E-CE16-4395-AB21-7636B8A06336}" type="pres">
      <dgm:prSet presAssocID="{624A1EE9-1028-496F-B4B5-7180EA55CB0A}" presName="sibTrans" presStyleCnt="0"/>
      <dgm:spPr/>
    </dgm:pt>
    <dgm:pt modelId="{C8B7E219-4E80-40BA-B071-1928222BD213}" type="pres">
      <dgm:prSet presAssocID="{BC6D9458-9810-46D7-93C4-07B3CFD7B829}" presName="compNode" presStyleCnt="0"/>
      <dgm:spPr/>
    </dgm:pt>
    <dgm:pt modelId="{4448CE6C-8881-4E92-9485-1B051D324F13}" type="pres">
      <dgm:prSet presAssocID="{BC6D9458-9810-46D7-93C4-07B3CFD7B829}"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Address Book with solid fill"/>
        </a:ext>
      </dgm:extLst>
    </dgm:pt>
    <dgm:pt modelId="{EA1D683C-F37C-49DA-9B5A-0141C2BE236E}" type="pres">
      <dgm:prSet presAssocID="{BC6D9458-9810-46D7-93C4-07B3CFD7B829}" presName="spaceRect" presStyleCnt="0"/>
      <dgm:spPr/>
    </dgm:pt>
    <dgm:pt modelId="{23FDE4F2-DFD8-49AA-899E-9E4E8324BBEE}" type="pres">
      <dgm:prSet presAssocID="{BC6D9458-9810-46D7-93C4-07B3CFD7B829}" presName="textRect" presStyleLbl="revTx" presStyleIdx="2" presStyleCnt="3">
        <dgm:presLayoutVars>
          <dgm:chMax val="1"/>
          <dgm:chPref val="1"/>
        </dgm:presLayoutVars>
      </dgm:prSet>
      <dgm:spPr/>
    </dgm:pt>
  </dgm:ptLst>
  <dgm:cxnLst>
    <dgm:cxn modelId="{0BA2CE5E-28B7-4756-B98E-8DB216B80B3A}" type="presOf" srcId="{943A9626-F5EF-4098-9CA2-71963791B3D6}" destId="{5A4F1877-7877-42DC-A159-18F6D3834CD4}" srcOrd="0" destOrd="0" presId="urn:microsoft.com/office/officeart/2018/2/layout/IconLabelList"/>
    <dgm:cxn modelId="{2C2EB74E-41C6-4061-8BBE-D5A6578143DD}" type="presOf" srcId="{BC6D9458-9810-46D7-93C4-07B3CFD7B829}" destId="{23FDE4F2-DFD8-49AA-899E-9E4E8324BBEE}" srcOrd="0" destOrd="0" presId="urn:microsoft.com/office/officeart/2018/2/layout/IconLabelList"/>
    <dgm:cxn modelId="{FA97F470-AF8B-404E-8BCB-F49F2E59DC41}" srcId="{BBA43F82-B950-4723-A43D-F2F2C54F493F}" destId="{943A9626-F5EF-4098-9CA2-71963791B3D6}" srcOrd="0" destOrd="0" parTransId="{68619C51-ABB1-4366-9D01-CE8D0E4907F1}" sibTransId="{DE9E9210-C968-4759-A9D9-E7E40AE1ECD9}"/>
    <dgm:cxn modelId="{4A19167A-5EA3-4C9E-9778-A51C54C72C9C}" srcId="{BBA43F82-B950-4723-A43D-F2F2C54F493F}" destId="{7A1422E8-7E16-4833-B54F-C88B3ED4BC2C}" srcOrd="1" destOrd="0" parTransId="{FB01B3B4-82D0-4254-BD20-437F829245C9}" sibTransId="{624A1EE9-1028-496F-B4B5-7180EA55CB0A}"/>
    <dgm:cxn modelId="{E8F186CB-0D26-49C8-B91C-EF8556F2E409}" srcId="{BBA43F82-B950-4723-A43D-F2F2C54F493F}" destId="{BC6D9458-9810-46D7-93C4-07B3CFD7B829}" srcOrd="2" destOrd="0" parTransId="{96913B84-CD93-45FE-999A-837A8A7B3E92}" sibTransId="{17A4E867-6490-43E8-9D52-7ED78F823BF4}"/>
    <dgm:cxn modelId="{56FD19EC-C3EC-476B-A8E4-512127763F33}" type="presOf" srcId="{BBA43F82-B950-4723-A43D-F2F2C54F493F}" destId="{CFD98A67-0597-4887-BF38-7D37AA935CD6}" srcOrd="0" destOrd="0" presId="urn:microsoft.com/office/officeart/2018/2/layout/IconLabelList"/>
    <dgm:cxn modelId="{F6EE59F0-273B-4CD8-99EF-6628DCDDC663}" type="presOf" srcId="{7A1422E8-7E16-4833-B54F-C88B3ED4BC2C}" destId="{ECE75BA8-83D9-4965-B2E9-A7546094D03A}" srcOrd="0" destOrd="0" presId="urn:microsoft.com/office/officeart/2018/2/layout/IconLabelList"/>
    <dgm:cxn modelId="{1F0BE3C5-4AEC-4FF0-A614-665D9E8A81FB}" type="presParOf" srcId="{CFD98A67-0597-4887-BF38-7D37AA935CD6}" destId="{C40368FF-B95A-4BD8-974A-52422EF2D7BF}" srcOrd="0" destOrd="0" presId="urn:microsoft.com/office/officeart/2018/2/layout/IconLabelList"/>
    <dgm:cxn modelId="{E2D242FD-9B83-4D5C-A345-A15CADDD9B63}" type="presParOf" srcId="{C40368FF-B95A-4BD8-974A-52422EF2D7BF}" destId="{296048F1-413E-463F-8889-E0256DB9727C}" srcOrd="0" destOrd="0" presId="urn:microsoft.com/office/officeart/2018/2/layout/IconLabelList"/>
    <dgm:cxn modelId="{AA86FAE1-6A22-45F9-971C-527E442778EF}" type="presParOf" srcId="{C40368FF-B95A-4BD8-974A-52422EF2D7BF}" destId="{13846223-BF72-43C0-B88A-4CF3145AC518}" srcOrd="1" destOrd="0" presId="urn:microsoft.com/office/officeart/2018/2/layout/IconLabelList"/>
    <dgm:cxn modelId="{577C53DC-06C6-4C8E-BFE8-DBD3D58A3B6A}" type="presParOf" srcId="{C40368FF-B95A-4BD8-974A-52422EF2D7BF}" destId="{5A4F1877-7877-42DC-A159-18F6D3834CD4}" srcOrd="2" destOrd="0" presId="urn:microsoft.com/office/officeart/2018/2/layout/IconLabelList"/>
    <dgm:cxn modelId="{0D3F03ED-E8DC-4295-A981-CF75BAD3C13A}" type="presParOf" srcId="{CFD98A67-0597-4887-BF38-7D37AA935CD6}" destId="{66470C2B-9929-47A2-90F3-D6A77E2B7760}" srcOrd="1" destOrd="0" presId="urn:microsoft.com/office/officeart/2018/2/layout/IconLabelList"/>
    <dgm:cxn modelId="{6F98DC29-8B12-40C2-931F-47C718459D44}" type="presParOf" srcId="{CFD98A67-0597-4887-BF38-7D37AA935CD6}" destId="{F4BD580D-787B-4263-B68A-D4D4E78C56D0}" srcOrd="2" destOrd="0" presId="urn:microsoft.com/office/officeart/2018/2/layout/IconLabelList"/>
    <dgm:cxn modelId="{C6D3B44C-5678-4B3C-96E8-25E2921F5F13}" type="presParOf" srcId="{F4BD580D-787B-4263-B68A-D4D4E78C56D0}" destId="{E5347144-EA0E-4FA6-AC5E-11292B67229E}" srcOrd="0" destOrd="0" presId="urn:microsoft.com/office/officeart/2018/2/layout/IconLabelList"/>
    <dgm:cxn modelId="{4CEC703A-5B36-4CF0-907D-6E575ED9DD14}" type="presParOf" srcId="{F4BD580D-787B-4263-B68A-D4D4E78C56D0}" destId="{76CB0AFC-1B6A-4B15-80C3-276E4DD0D968}" srcOrd="1" destOrd="0" presId="urn:microsoft.com/office/officeart/2018/2/layout/IconLabelList"/>
    <dgm:cxn modelId="{781B0788-10E6-4E36-8FDD-F0170DB922D5}" type="presParOf" srcId="{F4BD580D-787B-4263-B68A-D4D4E78C56D0}" destId="{ECE75BA8-83D9-4965-B2E9-A7546094D03A}" srcOrd="2" destOrd="0" presId="urn:microsoft.com/office/officeart/2018/2/layout/IconLabelList"/>
    <dgm:cxn modelId="{AA7ECEBB-7040-4B90-964C-12191ACB8013}" type="presParOf" srcId="{CFD98A67-0597-4887-BF38-7D37AA935CD6}" destId="{CAB4C02E-CE16-4395-AB21-7636B8A06336}" srcOrd="3" destOrd="0" presId="urn:microsoft.com/office/officeart/2018/2/layout/IconLabelList"/>
    <dgm:cxn modelId="{411198D5-BA32-458C-96A1-D12735952AF3}" type="presParOf" srcId="{CFD98A67-0597-4887-BF38-7D37AA935CD6}" destId="{C8B7E219-4E80-40BA-B071-1928222BD213}" srcOrd="4" destOrd="0" presId="urn:microsoft.com/office/officeart/2018/2/layout/IconLabelList"/>
    <dgm:cxn modelId="{8DF4CC7D-7FFB-4EA8-9EA4-E9B682E04AB5}" type="presParOf" srcId="{C8B7E219-4E80-40BA-B071-1928222BD213}" destId="{4448CE6C-8881-4E92-9485-1B051D324F13}" srcOrd="0" destOrd="0" presId="urn:microsoft.com/office/officeart/2018/2/layout/IconLabelList"/>
    <dgm:cxn modelId="{04EF5092-3FD7-4554-8DEE-72DB3D9782B9}" type="presParOf" srcId="{C8B7E219-4E80-40BA-B071-1928222BD213}" destId="{EA1D683C-F37C-49DA-9B5A-0141C2BE236E}" srcOrd="1" destOrd="0" presId="urn:microsoft.com/office/officeart/2018/2/layout/IconLabelList"/>
    <dgm:cxn modelId="{62383A73-1D38-479B-BD7B-A42C3F521DF4}" type="presParOf" srcId="{C8B7E219-4E80-40BA-B071-1928222BD213}" destId="{23FDE4F2-DFD8-49AA-899E-9E4E8324BBE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048F1-413E-463F-8889-E0256DB9727C}">
      <dsp:nvSpPr>
        <dsp:cNvPr id="0" name=""/>
        <dsp:cNvSpPr/>
      </dsp:nvSpPr>
      <dsp:spPr>
        <a:xfrm>
          <a:off x="768298" y="308585"/>
          <a:ext cx="1132980" cy="11329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4F1877-7877-42DC-A159-18F6D3834CD4}">
      <dsp:nvSpPr>
        <dsp:cNvPr id="0" name=""/>
        <dsp:cNvSpPr/>
      </dsp:nvSpPr>
      <dsp:spPr>
        <a:xfrm>
          <a:off x="75921" y="1779240"/>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Research Questions</a:t>
          </a:r>
        </a:p>
      </dsp:txBody>
      <dsp:txXfrm>
        <a:off x="75921" y="1779240"/>
        <a:ext cx="2517733" cy="720000"/>
      </dsp:txXfrm>
    </dsp:sp>
    <dsp:sp modelId="{E5347144-EA0E-4FA6-AC5E-11292B67229E}">
      <dsp:nvSpPr>
        <dsp:cNvPr id="0" name=""/>
        <dsp:cNvSpPr/>
      </dsp:nvSpPr>
      <dsp:spPr>
        <a:xfrm>
          <a:off x="3726635" y="308585"/>
          <a:ext cx="1132980" cy="11329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CE75BA8-83D9-4965-B2E9-A7546094D03A}">
      <dsp:nvSpPr>
        <dsp:cNvPr id="0" name=""/>
        <dsp:cNvSpPr/>
      </dsp:nvSpPr>
      <dsp:spPr>
        <a:xfrm>
          <a:off x="3034258" y="1779240"/>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What are the risk factors contributing to thyroid cancer and which one have the highest chance that led to thyroid cancer?</a:t>
          </a:r>
        </a:p>
      </dsp:txBody>
      <dsp:txXfrm>
        <a:off x="3034258" y="1779240"/>
        <a:ext cx="2517733" cy="720000"/>
      </dsp:txXfrm>
    </dsp:sp>
    <dsp:sp modelId="{4448CE6C-8881-4E92-9485-1B051D324F13}">
      <dsp:nvSpPr>
        <dsp:cNvPr id="0" name=""/>
        <dsp:cNvSpPr/>
      </dsp:nvSpPr>
      <dsp:spPr>
        <a:xfrm>
          <a:off x="2247466" y="3128673"/>
          <a:ext cx="1132980" cy="113298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3FDE4F2-DFD8-49AA-899E-9E4E8324BBEE}">
      <dsp:nvSpPr>
        <dsp:cNvPr id="0" name=""/>
        <dsp:cNvSpPr/>
      </dsp:nvSpPr>
      <dsp:spPr>
        <a:xfrm>
          <a:off x="1555090" y="4599328"/>
          <a:ext cx="251773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Who have the highest risk to develop thyroid cancer?</a:t>
          </a:r>
        </a:p>
      </dsp:txBody>
      <dsp:txXfrm>
        <a:off x="1555090" y="4599328"/>
        <a:ext cx="251773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401378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65600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55765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1DD848-C12A-43A2-A9F1-9F3D864B7FF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8655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1DD848-C12A-43A2-A9F1-9F3D864B7FFC}"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267624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1DD848-C12A-43A2-A9F1-9F3D864B7FFC}"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16460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1DD848-C12A-43A2-A9F1-9F3D864B7FFC}"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22901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1DD848-C12A-43A2-A9F1-9F3D864B7FF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337901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1DD848-C12A-43A2-A9F1-9F3D864B7FF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355875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2301629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55480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1067480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0460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2603304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626728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DD848-C12A-43A2-A9F1-9F3D864B7FF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B0D4F-3063-43FF-9F08-DCD31688D450}" type="slidenum">
              <a:rPr lang="en-US" smtClean="0"/>
              <a:t>‹#›</a:t>
            </a:fld>
            <a:endParaRPr lang="en-US"/>
          </a:p>
        </p:txBody>
      </p:sp>
    </p:spTree>
    <p:extLst>
      <p:ext uri="{BB962C8B-B14F-4D97-AF65-F5344CB8AC3E}">
        <p14:creationId xmlns:p14="http://schemas.microsoft.com/office/powerpoint/2010/main" val="4064681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C1DD848-C12A-43A2-A9F1-9F3D864B7FFC}" type="datetimeFigureOut">
              <a:rPr lang="en-US" smtClean="0"/>
              <a:t>5/24/2026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50B0D4F-3063-43FF-9F08-DCD31688D450}" type="slidenum">
              <a:rPr lang="en-US" smtClean="0"/>
              <a:t>‹#›</a:t>
            </a:fld>
            <a:endParaRPr lang="en-US"/>
          </a:p>
        </p:txBody>
      </p:sp>
    </p:spTree>
    <p:extLst>
      <p:ext uri="{BB962C8B-B14F-4D97-AF65-F5344CB8AC3E}">
        <p14:creationId xmlns:p14="http://schemas.microsoft.com/office/powerpoint/2010/main" val="21365267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svgsilh.com/image/303949.html" TargetMode="External"/><Relationship Id="rId3" Type="http://schemas.openxmlformats.org/officeDocument/2006/relationships/diagramLayout" Target="../diagrams/layout1.xml"/><Relationship Id="rId7" Type="http://schemas.openxmlformats.org/officeDocument/2006/relationships/image" Target="../media/image6.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ancer.org/cancer/types/thyroid-cancer/causes-risks-prevention/risk-factors.html" TargetMode="Externa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hyperlink" Target="https://www.cancer.org/" TargetMode="External"/><Relationship Id="rId5" Type="http://schemas.openxmlformats.org/officeDocument/2006/relationships/image" Target="../media/image11.png"/><Relationship Id="rId4" Type="http://schemas.openxmlformats.org/officeDocument/2006/relationships/hyperlink" Target="https://www.brighamandwomens.org/cancer/thyroid-cancer/risks-and-preventio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E9D4C4-9FA3-4885-A769-301639CC7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2" name="Freeform: Shape 11">
            <a:extLst>
              <a:ext uri="{FF2B5EF4-FFF2-40B4-BE49-F238E27FC236}">
                <a16:creationId xmlns:a16="http://schemas.microsoft.com/office/drawing/2014/main" id="{4524F065-9F7C-400C-9A20-B343BFAA6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2627" y="-4"/>
            <a:ext cx="8139373" cy="6858000"/>
          </a:xfrm>
          <a:custGeom>
            <a:avLst/>
            <a:gdLst>
              <a:gd name="connsiteX0" fmla="*/ 5181344 w 8139373"/>
              <a:gd name="connsiteY0" fmla="*/ 0 h 6858000"/>
              <a:gd name="connsiteX1" fmla="*/ 8139373 w 8139373"/>
              <a:gd name="connsiteY1" fmla="*/ 0 h 6858000"/>
              <a:gd name="connsiteX2" fmla="*/ 8139373 w 8139373"/>
              <a:gd name="connsiteY2" fmla="*/ 6858000 h 6858000"/>
              <a:gd name="connsiteX3" fmla="*/ 0 w 813937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9373" h="6858000">
                <a:moveTo>
                  <a:pt x="5181344" y="0"/>
                </a:moveTo>
                <a:lnTo>
                  <a:pt x="8139373" y="0"/>
                </a:lnTo>
                <a:lnTo>
                  <a:pt x="8139373"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63A09BC-4B8E-0806-7F25-83AFAB55C0B1}"/>
              </a:ext>
            </a:extLst>
          </p:cNvPr>
          <p:cNvSpPr>
            <a:spLocks noGrp="1"/>
          </p:cNvSpPr>
          <p:nvPr>
            <p:ph type="title"/>
          </p:nvPr>
        </p:nvSpPr>
        <p:spPr>
          <a:xfrm>
            <a:off x="677334" y="1176489"/>
            <a:ext cx="3749061" cy="1508469"/>
          </a:xfrm>
        </p:spPr>
        <p:txBody>
          <a:bodyPr anchor="ctr">
            <a:normAutofit/>
          </a:bodyPr>
          <a:lstStyle/>
          <a:p>
            <a:pPr>
              <a:lnSpc>
                <a:spcPct val="90000"/>
              </a:lnSpc>
            </a:pPr>
            <a:r>
              <a:rPr lang="en-US" sz="3200"/>
              <a:t>What is Thyroid Cancer and their risk factors?</a:t>
            </a:r>
          </a:p>
        </p:txBody>
      </p:sp>
      <p:sp>
        <p:nvSpPr>
          <p:cNvPr id="14" name="Isosceles Triangle 13">
            <a:extLst>
              <a:ext uri="{FF2B5EF4-FFF2-40B4-BE49-F238E27FC236}">
                <a16:creationId xmlns:a16="http://schemas.microsoft.com/office/drawing/2014/main" id="{7EB6695E-BED5-4DA3-8C9B-AD301AEF4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35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8C910C5-7A3A-3811-BA04-22CA79612F8C}"/>
              </a:ext>
            </a:extLst>
          </p:cNvPr>
          <p:cNvSpPr>
            <a:spLocks noGrp="1"/>
          </p:cNvSpPr>
          <p:nvPr>
            <p:ph idx="1"/>
          </p:nvPr>
        </p:nvSpPr>
        <p:spPr>
          <a:xfrm>
            <a:off x="677334" y="2795618"/>
            <a:ext cx="3749061" cy="3005289"/>
          </a:xfrm>
        </p:spPr>
        <p:txBody>
          <a:bodyPr>
            <a:normAutofit/>
          </a:bodyPr>
          <a:lstStyle/>
          <a:p>
            <a:r>
              <a:rPr lang="en-US" sz="1600"/>
              <a:t>Thyroid cancer occurs when DNA mutations cause cells in the thyroid to grow uncontrollably. The type of cancer depends on which cells mutate. There is no clear consensus on what causes these changes, but several risk factors have been associated with a higher chance of developing thyroid cancer.</a:t>
            </a:r>
          </a:p>
          <a:p>
            <a:r>
              <a:rPr lang="en-US" sz="1600"/>
              <a:t>These risk factors include:</a:t>
            </a:r>
          </a:p>
          <a:p>
            <a:endParaRPr lang="en-US" sz="1600"/>
          </a:p>
        </p:txBody>
      </p:sp>
      <p:sp>
        <p:nvSpPr>
          <p:cNvPr id="16" name="Freeform: Shape 15">
            <a:extLst>
              <a:ext uri="{FF2B5EF4-FFF2-40B4-BE49-F238E27FC236}">
                <a16:creationId xmlns:a16="http://schemas.microsoft.com/office/drawing/2014/main" id="{46DB9E65-E072-43AF-A8C9-9744BA0CC2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6867" y="6"/>
            <a:ext cx="4831627" cy="4520011"/>
          </a:xfrm>
          <a:custGeom>
            <a:avLst/>
            <a:gdLst>
              <a:gd name="connsiteX0" fmla="*/ 0 w 4831627"/>
              <a:gd name="connsiteY0" fmla="*/ 0 h 4520011"/>
              <a:gd name="connsiteX1" fmla="*/ 4831627 w 4831627"/>
              <a:gd name="connsiteY1" fmla="*/ 0 h 4520011"/>
              <a:gd name="connsiteX2" fmla="*/ 1416677 w 4831627"/>
              <a:gd name="connsiteY2" fmla="*/ 4520011 h 4520011"/>
            </a:gdLst>
            <a:ahLst/>
            <a:cxnLst>
              <a:cxn ang="0">
                <a:pos x="connsiteX0" y="connsiteY0"/>
              </a:cxn>
              <a:cxn ang="0">
                <a:pos x="connsiteX1" y="connsiteY1"/>
              </a:cxn>
              <a:cxn ang="0">
                <a:pos x="connsiteX2" y="connsiteY2"/>
              </a:cxn>
            </a:cxnLst>
            <a:rect l="l" t="t" r="r" b="b"/>
            <a:pathLst>
              <a:path w="4831627" h="4520011">
                <a:moveTo>
                  <a:pt x="0" y="0"/>
                </a:moveTo>
                <a:lnTo>
                  <a:pt x="4831627" y="0"/>
                </a:lnTo>
                <a:lnTo>
                  <a:pt x="1416677" y="452001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2C6C8245-50A7-DD05-1E5E-2495F335BCBC}"/>
              </a:ext>
            </a:extLst>
          </p:cNvPr>
          <p:cNvPicPr>
            <a:picLocks noChangeAspect="1"/>
          </p:cNvPicPr>
          <p:nvPr/>
        </p:nvPicPr>
        <p:blipFill>
          <a:blip r:embed="rId2"/>
          <a:stretch>
            <a:fillRect/>
          </a:stretch>
        </p:blipFill>
        <p:spPr>
          <a:xfrm>
            <a:off x="4587360" y="26886"/>
            <a:ext cx="3337440" cy="2244427"/>
          </a:xfrm>
          <a:prstGeom prst="rect">
            <a:avLst/>
          </a:prstGeom>
        </p:spPr>
      </p:pic>
      <p:pic>
        <p:nvPicPr>
          <p:cNvPr id="4" name="Picture 3">
            <a:extLst>
              <a:ext uri="{FF2B5EF4-FFF2-40B4-BE49-F238E27FC236}">
                <a16:creationId xmlns:a16="http://schemas.microsoft.com/office/drawing/2014/main" id="{29DC591B-0136-F526-BA09-EA40F7CABF7D}"/>
              </a:ext>
            </a:extLst>
          </p:cNvPr>
          <p:cNvPicPr>
            <a:picLocks noChangeAspect="1"/>
          </p:cNvPicPr>
          <p:nvPr/>
        </p:nvPicPr>
        <p:blipFill>
          <a:blip r:embed="rId3"/>
          <a:stretch>
            <a:fillRect/>
          </a:stretch>
        </p:blipFill>
        <p:spPr>
          <a:xfrm>
            <a:off x="7511143" y="2272350"/>
            <a:ext cx="4604657" cy="4558764"/>
          </a:xfrm>
          <a:prstGeom prst="rect">
            <a:avLst/>
          </a:prstGeom>
        </p:spPr>
      </p:pic>
    </p:spTree>
    <p:extLst>
      <p:ext uri="{BB962C8B-B14F-4D97-AF65-F5344CB8AC3E}">
        <p14:creationId xmlns:p14="http://schemas.microsoft.com/office/powerpoint/2010/main" val="156554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34CC8-D380-A21D-7849-4154F947F349}"/>
              </a:ext>
            </a:extLst>
          </p:cNvPr>
          <p:cNvSpPr>
            <a:spLocks noGrp="1"/>
          </p:cNvSpPr>
          <p:nvPr>
            <p:ph type="title"/>
          </p:nvPr>
        </p:nvSpPr>
        <p:spPr>
          <a:xfrm>
            <a:off x="871442" y="685800"/>
            <a:ext cx="4353116" cy="1474666"/>
          </a:xfrm>
        </p:spPr>
        <p:txBody>
          <a:bodyPr anchor="b">
            <a:normAutofit fontScale="90000"/>
          </a:bodyPr>
          <a:lstStyle/>
          <a:p>
            <a:pPr algn="ctr"/>
            <a:br>
              <a:rPr lang="en-US" sz="3200">
                <a:solidFill>
                  <a:srgbClr val="595959"/>
                </a:solidFill>
              </a:rPr>
            </a:br>
            <a:br>
              <a:rPr lang="en-US" sz="3200">
                <a:solidFill>
                  <a:srgbClr val="595959"/>
                </a:solidFill>
              </a:rPr>
            </a:br>
            <a:endParaRPr lang="en-US" sz="3200">
              <a:solidFill>
                <a:srgbClr val="595959"/>
              </a:solidFill>
            </a:endParaRPr>
          </a:p>
        </p:txBody>
      </p:sp>
      <p:graphicFrame>
        <p:nvGraphicFramePr>
          <p:cNvPr id="19" name="Content Placeholder 2">
            <a:extLst>
              <a:ext uri="{FF2B5EF4-FFF2-40B4-BE49-F238E27FC236}">
                <a16:creationId xmlns:a16="http://schemas.microsoft.com/office/drawing/2014/main" id="{C0AC782E-24C0-542D-36C9-8F261BAE0AE9}"/>
              </a:ext>
            </a:extLst>
          </p:cNvPr>
          <p:cNvGraphicFramePr>
            <a:graphicFrameLocks noGrp="1"/>
          </p:cNvGraphicFramePr>
          <p:nvPr>
            <p:ph idx="1"/>
            <p:extLst>
              <p:ext uri="{D42A27DB-BD31-4B8C-83A1-F6EECF244321}">
                <p14:modId xmlns:p14="http://schemas.microsoft.com/office/powerpoint/2010/main" val="4245354781"/>
              </p:ext>
            </p:extLst>
          </p:nvPr>
        </p:nvGraphicFramePr>
        <p:xfrm>
          <a:off x="468086" y="1110343"/>
          <a:ext cx="5627914" cy="5627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a:extLst>
              <a:ext uri="{FF2B5EF4-FFF2-40B4-BE49-F238E27FC236}">
                <a16:creationId xmlns:a16="http://schemas.microsoft.com/office/drawing/2014/main" id="{AD0B169C-989B-1357-3734-87AA22B9CF12}"/>
              </a:ext>
            </a:extLst>
          </p:cNvPr>
          <p:cNvPicPr>
            <a:picLocks noChangeAspect="1"/>
          </p:cNvPicPr>
          <p:nvPr/>
        </p:nvPicPr>
        <p:blipFill>
          <a:blip>
            <a:extLst>
              <a:ext uri="{96DAC541-7B7A-43D3-8B79-37D633B846F1}">
                <asvg:svgBlip xmlns:asvg="http://schemas.microsoft.com/office/drawing/2016/SVG/main" r:embed="rId7"/>
              </a:ext>
              <a:ext uri="{837473B0-CC2E-450A-ABE3-18F120FF3D39}">
                <a1611:picAttrSrcUrl xmlns:a1611="http://schemas.microsoft.com/office/drawing/2016/11/main" r:id="rId8"/>
              </a:ext>
            </a:extLst>
          </a:blip>
          <a:stretch>
            <a:fillRect/>
          </a:stretch>
        </p:blipFill>
        <p:spPr>
          <a:xfrm>
            <a:off x="7308792" y="685799"/>
            <a:ext cx="3743074" cy="5531972"/>
          </a:xfrm>
          <a:prstGeom prst="rect">
            <a:avLst/>
          </a:prstGeom>
        </p:spPr>
      </p:pic>
    </p:spTree>
    <p:extLst>
      <p:ext uri="{BB962C8B-B14F-4D97-AF65-F5344CB8AC3E}">
        <p14:creationId xmlns:p14="http://schemas.microsoft.com/office/powerpoint/2010/main" val="4232496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8" name="Straight Connector 8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934D4AD-BA30-9351-84A8-5BC9E367F3B7}"/>
              </a:ext>
            </a:extLst>
          </p:cNvPr>
          <p:cNvSpPr>
            <a:spLocks noGrp="1"/>
          </p:cNvSpPr>
          <p:nvPr>
            <p:ph type="title"/>
          </p:nvPr>
        </p:nvSpPr>
        <p:spPr>
          <a:xfrm>
            <a:off x="643467" y="816638"/>
            <a:ext cx="3367359" cy="5224724"/>
          </a:xfrm>
        </p:spPr>
        <p:txBody>
          <a:bodyPr anchor="ctr">
            <a:normAutofit/>
          </a:bodyPr>
          <a:lstStyle/>
          <a:p>
            <a:r>
              <a:rPr lang="en-US" dirty="0"/>
              <a:t>Data Source and Methodology</a:t>
            </a:r>
          </a:p>
        </p:txBody>
      </p:sp>
      <p:sp>
        <p:nvSpPr>
          <p:cNvPr id="75" name="Content Placeholder 2">
            <a:extLst>
              <a:ext uri="{FF2B5EF4-FFF2-40B4-BE49-F238E27FC236}">
                <a16:creationId xmlns:a16="http://schemas.microsoft.com/office/drawing/2014/main" id="{F7BA51D6-EDC5-F1AD-5A12-ECDB12D32E76}"/>
              </a:ext>
            </a:extLst>
          </p:cNvPr>
          <p:cNvSpPr>
            <a:spLocks noGrp="1"/>
          </p:cNvSpPr>
          <p:nvPr>
            <p:ph idx="1"/>
          </p:nvPr>
        </p:nvSpPr>
        <p:spPr>
          <a:xfrm>
            <a:off x="4010826" y="299358"/>
            <a:ext cx="6128656" cy="6259284"/>
          </a:xfrm>
        </p:spPr>
        <p:txBody>
          <a:bodyPr anchor="ctr">
            <a:normAutofit/>
          </a:bodyPr>
          <a:lstStyle/>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Download dataset from </a:t>
            </a:r>
            <a:r>
              <a:rPr lang="en-US" sz="1600" dirty="0" err="1">
                <a:latin typeface="Calibri" panose="020F0502020204030204" pitchFamily="34" charset="0"/>
                <a:ea typeface="Calibri" panose="020F0502020204030204" pitchFamily="34" charset="0"/>
                <a:cs typeface="Calibri" panose="020F0502020204030204" pitchFamily="34" charset="0"/>
              </a:rPr>
              <a:t>kagglehub</a:t>
            </a:r>
            <a:r>
              <a:rPr lang="en-US" sz="1600" dirty="0">
                <a:latin typeface="Calibri" panose="020F0502020204030204" pitchFamily="34" charset="0"/>
                <a:ea typeface="Calibri" panose="020F0502020204030204" pitchFamily="34" charset="0"/>
                <a:cs typeface="Calibri" panose="020F0502020204030204" pitchFamily="34" charset="0"/>
              </a:rPr>
              <a:t> and analyzed data by using Python through Google </a:t>
            </a:r>
            <a:r>
              <a:rPr lang="en-US" sz="1600" dirty="0" err="1">
                <a:latin typeface="Calibri" panose="020F0502020204030204" pitchFamily="34" charset="0"/>
                <a:ea typeface="Calibri" panose="020F0502020204030204" pitchFamily="34" charset="0"/>
                <a:cs typeface="Calibri" panose="020F0502020204030204" pitchFamily="34" charset="0"/>
              </a:rPr>
              <a:t>Colab</a:t>
            </a:r>
            <a:r>
              <a:rPr lang="en-US" sz="1600" dirty="0">
                <a:latin typeface="Calibri" panose="020F0502020204030204" pitchFamily="34" charset="0"/>
                <a:ea typeface="Calibri" panose="020F0502020204030204" pitchFamily="34" charset="0"/>
                <a:cs typeface="Calibri" panose="020F0502020204030204" pitchFamily="34" charset="0"/>
              </a:rPr>
              <a:t>.</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 Path to dataset files: /</a:t>
            </a:r>
            <a:r>
              <a:rPr lang="en-US" sz="1600" dirty="0" err="1">
                <a:latin typeface="Calibri" panose="020F0502020204030204" pitchFamily="34" charset="0"/>
                <a:ea typeface="Calibri" panose="020F0502020204030204" pitchFamily="34" charset="0"/>
                <a:cs typeface="Calibri" panose="020F0502020204030204" pitchFamily="34" charset="0"/>
              </a:rPr>
              <a:t>kaggle</a:t>
            </a:r>
            <a:r>
              <a:rPr lang="en-US" sz="1600" dirty="0">
                <a:latin typeface="Calibri" panose="020F0502020204030204" pitchFamily="34" charset="0"/>
                <a:ea typeface="Calibri" panose="020F0502020204030204" pitchFamily="34" charset="0"/>
                <a:cs typeface="Calibri" panose="020F0502020204030204" pitchFamily="34" charset="0"/>
              </a:rPr>
              <a:t>/input/encoded-thyroid-2</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import </a:t>
            </a:r>
            <a:r>
              <a:rPr lang="en-US" sz="1600" dirty="0" err="1">
                <a:latin typeface="Calibri" panose="020F0502020204030204" pitchFamily="34" charset="0"/>
                <a:ea typeface="Calibri" panose="020F0502020204030204" pitchFamily="34" charset="0"/>
                <a:cs typeface="Calibri" panose="020F0502020204030204" pitchFamily="34" charset="0"/>
              </a:rPr>
              <a:t>kagglehub</a:t>
            </a: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path = </a:t>
            </a:r>
            <a:r>
              <a:rPr lang="en-US" sz="1600" dirty="0" err="1">
                <a:latin typeface="Calibri" panose="020F0502020204030204" pitchFamily="34" charset="0"/>
                <a:ea typeface="Calibri" panose="020F0502020204030204" pitchFamily="34" charset="0"/>
                <a:cs typeface="Calibri" panose="020F0502020204030204" pitchFamily="34" charset="0"/>
              </a:rPr>
              <a:t>kagglehub.dataset_download</a:t>
            </a:r>
            <a:r>
              <a:rPr lang="en-US" sz="1600" dirty="0">
                <a:latin typeface="Calibri" panose="020F0502020204030204" pitchFamily="34" charset="0"/>
                <a:ea typeface="Calibri" panose="020F0502020204030204" pitchFamily="34" charset="0"/>
                <a:cs typeface="Calibri" panose="020F0502020204030204" pitchFamily="34" charset="0"/>
              </a:rPr>
              <a:t>("</a:t>
            </a:r>
            <a:r>
              <a:rPr lang="en-US" sz="1600" dirty="0" err="1">
                <a:latin typeface="Calibri" panose="020F0502020204030204" pitchFamily="34" charset="0"/>
                <a:ea typeface="Calibri" panose="020F0502020204030204" pitchFamily="34" charset="0"/>
                <a:cs typeface="Calibri" panose="020F0502020204030204" pitchFamily="34" charset="0"/>
              </a:rPr>
              <a:t>bhargavchirumamilla</a:t>
            </a:r>
            <a:r>
              <a:rPr lang="en-US" sz="1600" dirty="0">
                <a:latin typeface="Calibri" panose="020F0502020204030204" pitchFamily="34" charset="0"/>
                <a:ea typeface="Calibri" panose="020F0502020204030204" pitchFamily="34" charset="0"/>
                <a:cs typeface="Calibri" panose="020F0502020204030204" pitchFamily="34" charset="0"/>
              </a:rPr>
              <a:t>/thyroid-cancer-risk-dataset")</a:t>
            </a:r>
          </a:p>
          <a:p>
            <a:pPr>
              <a:lnSpc>
                <a:spcPct val="90000"/>
              </a:lnSpc>
            </a:pPr>
            <a:r>
              <a:rPr lang="en-US" sz="1600" dirty="0" err="1">
                <a:latin typeface="Calibri" panose="020F0502020204030204" pitchFamily="34" charset="0"/>
                <a:ea typeface="Calibri" panose="020F0502020204030204" pitchFamily="34" charset="0"/>
                <a:cs typeface="Calibri" panose="020F0502020204030204" pitchFamily="34" charset="0"/>
              </a:rPr>
              <a:t>df</a:t>
            </a:r>
            <a:r>
              <a:rPr lang="en-US" sz="1600" dirty="0">
                <a:latin typeface="Calibri" panose="020F0502020204030204" pitchFamily="34" charset="0"/>
                <a:ea typeface="Calibri" panose="020F0502020204030204" pitchFamily="34" charset="0"/>
                <a:cs typeface="Calibri" panose="020F0502020204030204" pitchFamily="34" charset="0"/>
              </a:rPr>
              <a:t> = </a:t>
            </a:r>
            <a:r>
              <a:rPr lang="en-US" sz="1600" dirty="0" err="1">
                <a:latin typeface="Calibri" panose="020F0502020204030204" pitchFamily="34" charset="0"/>
                <a:ea typeface="Calibri" panose="020F0502020204030204" pitchFamily="34" charset="0"/>
                <a:cs typeface="Calibri" panose="020F0502020204030204" pitchFamily="34" charset="0"/>
              </a:rPr>
              <a:t>pd.read_csv</a:t>
            </a:r>
            <a:r>
              <a:rPr lang="en-US" sz="1600" dirty="0">
                <a:latin typeface="Calibri" panose="020F0502020204030204" pitchFamily="34" charset="0"/>
                <a:ea typeface="Calibri" panose="020F0502020204030204" pitchFamily="34" charset="0"/>
                <a:cs typeface="Calibri" panose="020F0502020204030204" pitchFamily="34" charset="0"/>
              </a:rPr>
              <a:t>(f"{path}/thyroid_cancer_risk_data.csv")</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Data Set Rows: 212K </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Data Set Columns: 17 columns</a:t>
            </a:r>
          </a:p>
          <a:p>
            <a:pPr marL="0" indent="0">
              <a:lnSpc>
                <a:spcPct val="90000"/>
              </a:lnSpc>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Use Pandas library to clean up data, and seaborn, </a:t>
            </a:r>
            <a:r>
              <a:rPr lang="en-US" sz="1600" dirty="0" err="1">
                <a:latin typeface="Calibri" panose="020F0502020204030204" pitchFamily="34" charset="0"/>
                <a:ea typeface="Calibri" panose="020F0502020204030204" pitchFamily="34" charset="0"/>
                <a:cs typeface="Calibri" panose="020F0502020204030204" pitchFamily="34" charset="0"/>
              </a:rPr>
              <a:t>matlotlib</a:t>
            </a:r>
            <a:r>
              <a:rPr lang="en-US" sz="1600" dirty="0">
                <a:latin typeface="Calibri" panose="020F0502020204030204" pitchFamily="34" charset="0"/>
                <a:ea typeface="Calibri" panose="020F0502020204030204" pitchFamily="34" charset="0"/>
                <a:cs typeface="Calibri" panose="020F0502020204030204" pitchFamily="34" charset="0"/>
              </a:rPr>
              <a:t>, and tableau to create visual graph and chart.</a:t>
            </a:r>
          </a:p>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Clean the </a:t>
            </a:r>
            <a:r>
              <a:rPr lang="en-US" sz="1600" dirty="0" err="1">
                <a:latin typeface="Calibri" panose="020F0502020204030204" pitchFamily="34" charset="0"/>
                <a:ea typeface="Calibri" panose="020F0502020204030204" pitchFamily="34" charset="0"/>
                <a:cs typeface="Calibri" panose="020F0502020204030204" pitchFamily="34" charset="0"/>
              </a:rPr>
              <a:t>DataFrame</a:t>
            </a:r>
            <a:r>
              <a:rPr lang="en-US" sz="1600" dirty="0">
                <a:latin typeface="Calibri" panose="020F0502020204030204" pitchFamily="34" charset="0"/>
                <a:ea typeface="Calibri" panose="020F0502020204030204" pitchFamily="34" charset="0"/>
                <a:cs typeface="Calibri" panose="020F0502020204030204" pitchFamily="34" charset="0"/>
              </a:rPr>
              <a:t> by dropping any rows with missing values and </a:t>
            </a:r>
            <a:r>
              <a:rPr lang="en-US" sz="1600">
                <a:latin typeface="Calibri" panose="020F0502020204030204" pitchFamily="34" charset="0"/>
                <a:ea typeface="Calibri" panose="020F0502020204030204" pitchFamily="34" charset="0"/>
                <a:cs typeface="Calibri" panose="020F0502020204030204" pitchFamily="34" charset="0"/>
              </a:rPr>
              <a:t>duplicated values, </a:t>
            </a:r>
            <a:r>
              <a:rPr lang="en-US" sz="1600" dirty="0">
                <a:latin typeface="Calibri" panose="020F0502020204030204" pitchFamily="34" charset="0"/>
                <a:ea typeface="Calibri" panose="020F0502020204030204" pitchFamily="34" charset="0"/>
                <a:cs typeface="Calibri" panose="020F0502020204030204" pitchFamily="34" charset="0"/>
              </a:rPr>
              <a:t>then group the data by the analysis columns </a:t>
            </a:r>
          </a:p>
          <a:p>
            <a:pPr>
              <a:lnSpc>
                <a:spcPct val="90000"/>
              </a:lnSpc>
            </a:pPr>
            <a:endParaRPr lang="en-US" sz="1300" dirty="0">
              <a:latin typeface="Calibri" panose="020F0502020204030204" pitchFamily="34" charset="0"/>
              <a:ea typeface="Calibri" panose="020F0502020204030204" pitchFamily="34" charset="0"/>
              <a:cs typeface="Calibri" panose="020F0502020204030204" pitchFamily="34" charset="0"/>
            </a:endParaRPr>
          </a:p>
          <a:p>
            <a:pPr>
              <a:lnSpc>
                <a:spcPct val="90000"/>
              </a:lnSpc>
            </a:pPr>
            <a:endParaRPr lang="en-US" sz="1300" dirty="0"/>
          </a:p>
        </p:txBody>
      </p:sp>
    </p:spTree>
    <p:extLst>
      <p:ext uri="{BB962C8B-B14F-4D97-AF65-F5344CB8AC3E}">
        <p14:creationId xmlns:p14="http://schemas.microsoft.com/office/powerpoint/2010/main" val="3078942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56F07A-B7DB-4842-7711-B0740B0C9C90}"/>
              </a:ext>
            </a:extLst>
          </p:cNvPr>
          <p:cNvPicPr>
            <a:picLocks noGrp="1" noChangeAspect="1"/>
          </p:cNvPicPr>
          <p:nvPr>
            <p:ph idx="1"/>
          </p:nvPr>
        </p:nvPicPr>
        <p:blipFill>
          <a:blip r:embed="rId2"/>
          <a:stretch>
            <a:fillRect/>
          </a:stretch>
        </p:blipFill>
        <p:spPr>
          <a:xfrm>
            <a:off x="511630" y="259869"/>
            <a:ext cx="11377298" cy="6456617"/>
          </a:xfrm>
          <a:prstGeom prst="rect">
            <a:avLst/>
          </a:prstGeom>
        </p:spPr>
      </p:pic>
    </p:spTree>
    <p:extLst>
      <p:ext uri="{BB962C8B-B14F-4D97-AF65-F5344CB8AC3E}">
        <p14:creationId xmlns:p14="http://schemas.microsoft.com/office/powerpoint/2010/main" val="2815806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664F850-BA8B-47AE-B11A-225CAB8969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 name="Straight Connector 7">
              <a:extLst>
                <a:ext uri="{FF2B5EF4-FFF2-40B4-BE49-F238E27FC236}">
                  <a16:creationId xmlns:a16="http://schemas.microsoft.com/office/drawing/2014/main" id="{634FC909-7343-4DEC-920F-098F56B476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4F22DB2-7E27-4CF7-8B17-254ECB9AE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 name="Rectangle 23">
              <a:extLst>
                <a:ext uri="{FF2B5EF4-FFF2-40B4-BE49-F238E27FC236}">
                  <a16:creationId xmlns:a16="http://schemas.microsoft.com/office/drawing/2014/main" id="{C6E593B3-91A3-4687-8B8D-FE37A3714F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0C25B431-5C97-4B8D-B0A3-BFB8133C7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CA37B366-497E-4CB8-A678-A770CE2BD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CF707EDC-52B2-4D5C-8EC3-71C66EE8B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BF8E2DE7-7466-4EDF-8D69-BCA91A88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29C2E15-76CD-409E-9D6B-10DAD8881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89A24369-AC96-4A98-AD98-47A7217EC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7D0DF9A3-4628-42F6-B0A4-44D97617E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7459C506-5F4B-4B75-9218-C7C3F87FA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BC659EEB-C3AE-4544-8263-417009DCDF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D99DB6C6-36F9-4576-A558-95153EADB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694E7916-EDE4-4B50-A4A1-6B28FDD4D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F6CB7BB-4370-4173-97F8-F636C0F1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B0F590BB-1F51-4138-A2D4-2E483C84FB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4A492863-9797-45A2-BAB3-514F10C5F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7C1E33F6-6D0F-4ECF-92F4-6F71D8BAF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73EEEA64-7411-474B-BD0E-60C24B3F4E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F82A6DD-92BB-4443-B5A5-05240DD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79832BCB-1DCF-46AC-9FFA-170791668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6" name="Rectangle 35">
            <a:extLst>
              <a:ext uri="{FF2B5EF4-FFF2-40B4-BE49-F238E27FC236}">
                <a16:creationId xmlns:a16="http://schemas.microsoft.com/office/drawing/2014/main" id="{4E74DA95-CD7A-4D5E-9D27-67A759CE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BA58205-6C52-6038-4200-EB5C960E2CB5}"/>
              </a:ext>
            </a:extLst>
          </p:cNvPr>
          <p:cNvPicPr>
            <a:picLocks noGrp="1" noChangeAspect="1"/>
          </p:cNvPicPr>
          <p:nvPr>
            <p:ph idx="1"/>
          </p:nvPr>
        </p:nvPicPr>
        <p:blipFill>
          <a:blip r:embed="rId2"/>
          <a:stretch>
            <a:fillRect/>
          </a:stretch>
        </p:blipFill>
        <p:spPr>
          <a:xfrm>
            <a:off x="530362" y="1232367"/>
            <a:ext cx="5664570" cy="4885691"/>
          </a:xfrm>
          <a:prstGeom prst="rect">
            <a:avLst/>
          </a:prstGeom>
        </p:spPr>
      </p:pic>
      <p:cxnSp>
        <p:nvCxnSpPr>
          <p:cNvPr id="38" name="Straight Connector 37">
            <a:extLst>
              <a:ext uri="{FF2B5EF4-FFF2-40B4-BE49-F238E27FC236}">
                <a16:creationId xmlns:a16="http://schemas.microsoft.com/office/drawing/2014/main" id="{14AA3B5C-0C55-4FFF-9C45-8F9F7C074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1305" y="1650669"/>
            <a:ext cx="0" cy="3431969"/>
          </a:xfrm>
          <a:prstGeom prst="line">
            <a:avLst/>
          </a:prstGeom>
        </p:spPr>
        <p:style>
          <a:lnRef idx="1">
            <a:schemeClr val="accent1"/>
          </a:lnRef>
          <a:fillRef idx="0">
            <a:schemeClr val="accent1"/>
          </a:fillRef>
          <a:effectRef idx="0">
            <a:schemeClr val="accent1"/>
          </a:effectRef>
          <a:fontRef idx="minor">
            <a:schemeClr val="tx1"/>
          </a:fontRef>
        </p:style>
      </p:cxnSp>
      <p:pic>
        <p:nvPicPr>
          <p:cNvPr id="6" name="Content Placeholder 4">
            <a:extLst>
              <a:ext uri="{FF2B5EF4-FFF2-40B4-BE49-F238E27FC236}">
                <a16:creationId xmlns:a16="http://schemas.microsoft.com/office/drawing/2014/main" id="{EB38338A-141B-E61A-2CEE-A280AA03C1A0}"/>
              </a:ext>
            </a:extLst>
          </p:cNvPr>
          <p:cNvPicPr>
            <a:picLocks noChangeAspect="1"/>
          </p:cNvPicPr>
          <p:nvPr/>
        </p:nvPicPr>
        <p:blipFill>
          <a:blip r:embed="rId3"/>
          <a:srcRect l="2207" r="3" b="3"/>
          <a:stretch>
            <a:fillRect/>
          </a:stretch>
        </p:blipFill>
        <p:spPr>
          <a:xfrm>
            <a:off x="6081305" y="1232367"/>
            <a:ext cx="5604531" cy="4885691"/>
          </a:xfrm>
          <a:prstGeom prst="rect">
            <a:avLst/>
          </a:prstGeom>
        </p:spPr>
      </p:pic>
    </p:spTree>
    <p:extLst>
      <p:ext uri="{BB962C8B-B14F-4D97-AF65-F5344CB8AC3E}">
        <p14:creationId xmlns:p14="http://schemas.microsoft.com/office/powerpoint/2010/main" val="412613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99AB99C-DBC1-8129-97D0-73CE4247B0D8}"/>
              </a:ext>
            </a:extLst>
          </p:cNvPr>
          <p:cNvPicPr>
            <a:picLocks noChangeAspect="1"/>
          </p:cNvPicPr>
          <p:nvPr/>
        </p:nvPicPr>
        <p:blipFill>
          <a:blip r:embed="rId2"/>
          <a:stretch>
            <a:fillRect/>
          </a:stretch>
        </p:blipFill>
        <p:spPr>
          <a:xfrm>
            <a:off x="674838" y="93794"/>
            <a:ext cx="5421162" cy="2017584"/>
          </a:xfrm>
          <a:prstGeom prst="rect">
            <a:avLst/>
          </a:prstGeom>
        </p:spPr>
      </p:pic>
      <p:sp>
        <p:nvSpPr>
          <p:cNvPr id="24" name="Content Placeholder 12">
            <a:extLst>
              <a:ext uri="{FF2B5EF4-FFF2-40B4-BE49-F238E27FC236}">
                <a16:creationId xmlns:a16="http://schemas.microsoft.com/office/drawing/2014/main" id="{41D3D53F-685F-520D-2D08-D99DBD07C6F9}"/>
              </a:ext>
            </a:extLst>
          </p:cNvPr>
          <p:cNvSpPr>
            <a:spLocks noGrp="1"/>
          </p:cNvSpPr>
          <p:nvPr>
            <p:ph idx="1"/>
          </p:nvPr>
        </p:nvSpPr>
        <p:spPr>
          <a:xfrm>
            <a:off x="7061942" y="424542"/>
            <a:ext cx="2811401" cy="5072743"/>
          </a:xfrm>
        </p:spPr>
        <p:txBody>
          <a:bodyPr>
            <a:normAutofit/>
          </a:bodyPr>
          <a:lstStyle/>
          <a:p>
            <a:r>
              <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rPr>
              <a:t>Women are about three times more likely than men to develop thyroid cancer.</a:t>
            </a:r>
            <a:endParaRPr lang="en-US" sz="2000" dirty="0">
              <a:hlinkClick r:id="rId3"/>
            </a:endParaRPr>
          </a:p>
          <a:p>
            <a:endParaRPr lang="en-US" dirty="0">
              <a:hlinkClick r:id="rId3"/>
            </a:endParaRPr>
          </a:p>
          <a:p>
            <a:r>
              <a:rPr lang="en-US" sz="1200" dirty="0">
                <a:hlinkClick r:id="rId3"/>
              </a:rPr>
              <a:t>https://www.cancer.org/</a:t>
            </a:r>
          </a:p>
          <a:p>
            <a:endParaRPr lang="en-US" dirty="0">
              <a:hlinkClick r:id="rId3"/>
            </a:endParaRPr>
          </a:p>
          <a:p>
            <a:r>
              <a:rPr lang="en-US" sz="2000" dirty="0">
                <a:solidFill>
                  <a:schemeClr val="tx2"/>
                </a:solidFill>
                <a:latin typeface="Calibri" panose="020F0502020204030204" pitchFamily="34" charset="0"/>
                <a:ea typeface="Calibri" panose="020F0502020204030204" pitchFamily="34" charset="0"/>
                <a:cs typeface="Calibri" panose="020F0502020204030204" pitchFamily="34" charset="0"/>
              </a:rPr>
              <a:t>Age group most cases occur between 20 to 55</a:t>
            </a:r>
            <a:br>
              <a:rPr lang="en-US" sz="3600" dirty="0">
                <a:solidFill>
                  <a:schemeClr val="tx2"/>
                </a:solidFill>
                <a:latin typeface="Calibri" panose="020F0502020204030204" pitchFamily="34" charset="0"/>
                <a:ea typeface="Calibri" panose="020F0502020204030204" pitchFamily="34" charset="0"/>
                <a:cs typeface="Calibri" panose="020F0502020204030204" pitchFamily="34" charset="0"/>
              </a:rPr>
            </a:br>
            <a:br>
              <a:rPr lang="en-US" dirty="0"/>
            </a:br>
            <a:r>
              <a:rPr lang="en-US" sz="1100" dirty="0">
                <a:latin typeface="Calibri" panose="020F0502020204030204" pitchFamily="34" charset="0"/>
                <a:ea typeface="Calibri" panose="020F0502020204030204" pitchFamily="34" charset="0"/>
                <a:cs typeface="Calibri" panose="020F0502020204030204" pitchFamily="34" charset="0"/>
                <a:hlinkClick r:id="rId4"/>
              </a:rPr>
              <a:t>Thyroid Cancer Risks and Prevention - Brigham and Women's Hospital</a:t>
            </a:r>
            <a:endParaRPr lang="en-US" sz="1100" dirty="0">
              <a:latin typeface="Calibri" panose="020F0502020204030204" pitchFamily="34" charset="0"/>
              <a:ea typeface="Calibri" panose="020F0502020204030204" pitchFamily="34" charset="0"/>
              <a:cs typeface="Calibri" panose="020F0502020204030204" pitchFamily="34" charset="0"/>
              <a:hlinkClick r:id="rId3"/>
            </a:endParaRPr>
          </a:p>
          <a:p>
            <a:pPr marL="0" indent="0">
              <a:buNone/>
            </a:pPr>
            <a:endParaRPr lang="en-US" dirty="0"/>
          </a:p>
        </p:txBody>
      </p:sp>
      <p:pic>
        <p:nvPicPr>
          <p:cNvPr id="5" name="Content Placeholder 4">
            <a:extLst>
              <a:ext uri="{FF2B5EF4-FFF2-40B4-BE49-F238E27FC236}">
                <a16:creationId xmlns:a16="http://schemas.microsoft.com/office/drawing/2014/main" id="{494DEB12-DFD4-B675-9F1E-AC4C2FCFA7FE}"/>
              </a:ext>
            </a:extLst>
          </p:cNvPr>
          <p:cNvPicPr>
            <a:picLocks noChangeAspect="1"/>
          </p:cNvPicPr>
          <p:nvPr/>
        </p:nvPicPr>
        <p:blipFill>
          <a:blip r:embed="rId5"/>
          <a:stretch>
            <a:fillRect/>
          </a:stretch>
        </p:blipFill>
        <p:spPr>
          <a:xfrm>
            <a:off x="674838" y="2209349"/>
            <a:ext cx="5831854" cy="4724400"/>
          </a:xfrm>
          <a:prstGeom prst="rect">
            <a:avLst/>
          </a:prstGeom>
        </p:spPr>
      </p:pic>
      <p:sp>
        <p:nvSpPr>
          <p:cNvPr id="14" name="AutoShape 3" descr="ACS Logo Alt Txt">
            <a:hlinkClick r:id="rId6"/>
            <a:extLst>
              <a:ext uri="{FF2B5EF4-FFF2-40B4-BE49-F238E27FC236}">
                <a16:creationId xmlns:a16="http://schemas.microsoft.com/office/drawing/2014/main" id="{1DC728AB-AACC-6916-8D7B-80F1F2C28A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6456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B3C2A66-9F8D-9CA3-3E2C-4BEF97BC306C}"/>
              </a:ext>
            </a:extLst>
          </p:cNvPr>
          <p:cNvPicPr>
            <a:picLocks noChangeAspect="1"/>
          </p:cNvPicPr>
          <p:nvPr/>
        </p:nvPicPr>
        <p:blipFill>
          <a:blip r:embed="rId2"/>
          <a:stretch>
            <a:fillRect/>
          </a:stretch>
        </p:blipFill>
        <p:spPr>
          <a:xfrm>
            <a:off x="756290" y="156755"/>
            <a:ext cx="4885171" cy="3927031"/>
          </a:xfrm>
          <a:prstGeom prst="rect">
            <a:avLst/>
          </a:prstGeom>
        </p:spPr>
      </p:pic>
      <p:pic>
        <p:nvPicPr>
          <p:cNvPr id="5" name="Content Placeholder 4">
            <a:extLst>
              <a:ext uri="{FF2B5EF4-FFF2-40B4-BE49-F238E27FC236}">
                <a16:creationId xmlns:a16="http://schemas.microsoft.com/office/drawing/2014/main" id="{CDDC4AE2-548A-1B97-53E3-9E89DE961F4B}"/>
              </a:ext>
            </a:extLst>
          </p:cNvPr>
          <p:cNvPicPr>
            <a:picLocks noChangeAspect="1"/>
          </p:cNvPicPr>
          <p:nvPr/>
        </p:nvPicPr>
        <p:blipFill>
          <a:blip r:embed="rId3"/>
          <a:srcRect l="5611" r="19856" b="1"/>
          <a:stretch>
            <a:fillRect/>
          </a:stretch>
        </p:blipFill>
        <p:spPr>
          <a:xfrm>
            <a:off x="6821955" y="320040"/>
            <a:ext cx="4336242" cy="3927031"/>
          </a:xfrm>
          <a:prstGeom prst="rect">
            <a:avLst/>
          </a:prstGeom>
        </p:spPr>
      </p:pic>
      <p:sp>
        <p:nvSpPr>
          <p:cNvPr id="20" name="Content Placeholder 19">
            <a:extLst>
              <a:ext uri="{FF2B5EF4-FFF2-40B4-BE49-F238E27FC236}">
                <a16:creationId xmlns:a16="http://schemas.microsoft.com/office/drawing/2014/main" id="{9B9EB553-2CCA-6B30-84D9-581F13BEB4F0}"/>
              </a:ext>
            </a:extLst>
          </p:cNvPr>
          <p:cNvSpPr>
            <a:spLocks noGrp="1"/>
          </p:cNvSpPr>
          <p:nvPr>
            <p:ph idx="1"/>
          </p:nvPr>
        </p:nvSpPr>
        <p:spPr>
          <a:xfrm>
            <a:off x="381000" y="4332515"/>
            <a:ext cx="10027413" cy="2118360"/>
          </a:xfrm>
        </p:spPr>
        <p:txBody>
          <a:bodyPr anchor="ctr">
            <a:normAutofit fontScale="92500" lnSpcReduction="10000"/>
          </a:bodyPr>
          <a:lstStyle/>
          <a:p>
            <a:r>
              <a:rPr lang="en-US" sz="2200" dirty="0">
                <a:latin typeface="Calibri" panose="020F0502020204030204" pitchFamily="34" charset="0"/>
                <a:ea typeface="Calibri" panose="020F0502020204030204" pitchFamily="34" charset="0"/>
                <a:cs typeface="Calibri" panose="020F0502020204030204" pitchFamily="34" charset="0"/>
              </a:rPr>
              <a:t>Based on the analysis of malignant percentages across different risk factors there are 2 rank the highest potential contribution to thyroid cancer, </a:t>
            </a:r>
            <a:r>
              <a:rPr lang="en-US" sz="2200" b="1" dirty="0">
                <a:latin typeface="Calibri" panose="020F0502020204030204" pitchFamily="34" charset="0"/>
                <a:ea typeface="Calibri" panose="020F0502020204030204" pitchFamily="34" charset="0"/>
                <a:cs typeface="Calibri" panose="020F0502020204030204" pitchFamily="34" charset="0"/>
              </a:rPr>
              <a:t>Family History </a:t>
            </a:r>
            <a:r>
              <a:rPr lang="en-US" sz="2200" dirty="0">
                <a:latin typeface="Calibri" panose="020F0502020204030204" pitchFamily="34" charset="0"/>
                <a:ea typeface="Calibri" panose="020F0502020204030204" pitchFamily="34" charset="0"/>
                <a:cs typeface="Calibri" panose="020F0502020204030204" pitchFamily="34" charset="0"/>
              </a:rPr>
              <a:t>with a malignant percentage of </a:t>
            </a:r>
            <a:r>
              <a:rPr lang="en-US" sz="2200" b="1" dirty="0">
                <a:latin typeface="Calibri" panose="020F0502020204030204" pitchFamily="34" charset="0"/>
                <a:ea typeface="Calibri" panose="020F0502020204030204" pitchFamily="34" charset="0"/>
                <a:cs typeface="Calibri" panose="020F0502020204030204" pitchFamily="34" charset="0"/>
              </a:rPr>
              <a:t>32.37% </a:t>
            </a:r>
            <a:r>
              <a:rPr lang="en-US" sz="2200" dirty="0">
                <a:latin typeface="Calibri" panose="020F0502020204030204" pitchFamily="34" charset="0"/>
                <a:ea typeface="Calibri" panose="020F0502020204030204" pitchFamily="34" charset="0"/>
                <a:cs typeface="Calibri" panose="020F0502020204030204" pitchFamily="34" charset="0"/>
              </a:rPr>
              <a:t>and </a:t>
            </a:r>
            <a:r>
              <a:rPr lang="en-US" sz="2200" b="1" dirty="0">
                <a:latin typeface="Calibri" panose="020F0502020204030204" pitchFamily="34" charset="0"/>
                <a:ea typeface="Calibri" panose="020F0502020204030204" pitchFamily="34" charset="0"/>
                <a:cs typeface="Calibri" panose="020F0502020204030204" pitchFamily="34" charset="0"/>
              </a:rPr>
              <a:t>Radiation Exposure </a:t>
            </a:r>
            <a:r>
              <a:rPr lang="en-US" sz="2200" dirty="0">
                <a:latin typeface="Calibri" panose="020F0502020204030204" pitchFamily="34" charset="0"/>
                <a:ea typeface="Calibri" panose="020F0502020204030204" pitchFamily="34" charset="0"/>
                <a:cs typeface="Calibri" panose="020F0502020204030204" pitchFamily="34" charset="0"/>
              </a:rPr>
              <a:t>with a malignant percentage of </a:t>
            </a:r>
            <a:r>
              <a:rPr lang="en-US" sz="2200" b="1" dirty="0">
                <a:latin typeface="Calibri" panose="020F0502020204030204" pitchFamily="34" charset="0"/>
                <a:ea typeface="Calibri" panose="020F0502020204030204" pitchFamily="34" charset="0"/>
                <a:cs typeface="Calibri" panose="020F0502020204030204" pitchFamily="34" charset="0"/>
              </a:rPr>
              <a:t>32.23%</a:t>
            </a:r>
          </a:p>
          <a:p>
            <a:r>
              <a:rPr lang="en-US" sz="2200" dirty="0">
                <a:latin typeface="Calibri" panose="020F0502020204030204" pitchFamily="34" charset="0"/>
                <a:ea typeface="Calibri" panose="020F0502020204030204" pitchFamily="34" charset="0"/>
                <a:cs typeface="Calibri" panose="020F0502020204030204" pitchFamily="34" charset="0"/>
              </a:rPr>
              <a:t>Gender and age group that has the highest developing thyroid cancer is </a:t>
            </a:r>
            <a:r>
              <a:rPr lang="en-US" sz="2200" b="1" dirty="0">
                <a:latin typeface="Calibri" panose="020F0502020204030204" pitchFamily="34" charset="0"/>
                <a:ea typeface="Calibri" panose="020F0502020204030204" pitchFamily="34" charset="0"/>
                <a:cs typeface="Calibri" panose="020F0502020204030204" pitchFamily="34" charset="0"/>
              </a:rPr>
              <a:t>Female</a:t>
            </a:r>
            <a:r>
              <a:rPr lang="en-US" sz="2200" dirty="0">
                <a:latin typeface="Calibri" panose="020F0502020204030204" pitchFamily="34" charset="0"/>
                <a:ea typeface="Calibri" panose="020F0502020204030204" pitchFamily="34" charset="0"/>
                <a:cs typeface="Calibri" panose="020F0502020204030204" pitchFamily="34" charset="0"/>
              </a:rPr>
              <a:t> and between </a:t>
            </a:r>
            <a:r>
              <a:rPr lang="en-US" sz="2200" b="1" dirty="0">
                <a:latin typeface="Calibri" panose="020F0502020204030204" pitchFamily="34" charset="0"/>
                <a:ea typeface="Calibri" panose="020F0502020204030204" pitchFamily="34" charset="0"/>
                <a:cs typeface="Calibri" panose="020F0502020204030204" pitchFamily="34" charset="0"/>
              </a:rPr>
              <a:t>20 to 60</a:t>
            </a:r>
            <a:r>
              <a:rPr lang="en-US" sz="2200" dirty="0">
                <a:latin typeface="Calibri" panose="020F0502020204030204" pitchFamily="34" charset="0"/>
                <a:ea typeface="Calibri" panose="020F0502020204030204" pitchFamily="34" charset="0"/>
                <a:cs typeface="Calibri" panose="020F0502020204030204" pitchFamily="34" charset="0"/>
              </a:rPr>
              <a:t>.</a:t>
            </a:r>
          </a:p>
          <a:p>
            <a:r>
              <a:rPr lang="en-US" sz="2200" dirty="0">
                <a:latin typeface="Calibri" panose="020F0502020204030204" pitchFamily="34" charset="0"/>
                <a:ea typeface="Calibri" panose="020F0502020204030204" pitchFamily="34" charset="0"/>
                <a:cs typeface="Calibri" panose="020F0502020204030204" pitchFamily="34" charset="0"/>
              </a:rPr>
              <a:t>Asian ethnic group have </a:t>
            </a:r>
            <a:r>
              <a:rPr lang="en-US" sz="2400" b="1" dirty="0">
                <a:latin typeface="Calibri" panose="020F0502020204030204" pitchFamily="34" charset="0"/>
                <a:ea typeface="Calibri" panose="020F0502020204030204" pitchFamily="34" charset="0"/>
                <a:cs typeface="Calibri" panose="020F0502020204030204" pitchFamily="34" charset="0"/>
              </a:rPr>
              <a:t>49.3% </a:t>
            </a:r>
            <a:r>
              <a:rPr lang="en-US" sz="2200" dirty="0">
                <a:latin typeface="Calibri" panose="020F0502020204030204" pitchFamily="34" charset="0"/>
                <a:ea typeface="Calibri" panose="020F0502020204030204" pitchFamily="34" charset="0"/>
                <a:cs typeface="Calibri" panose="020F0502020204030204" pitchFamily="34" charset="0"/>
              </a:rPr>
              <a:t>to develop thyroid cancer</a:t>
            </a:r>
          </a:p>
        </p:txBody>
      </p:sp>
    </p:spTree>
    <p:extLst>
      <p:ext uri="{BB962C8B-B14F-4D97-AF65-F5344CB8AC3E}">
        <p14:creationId xmlns:p14="http://schemas.microsoft.com/office/powerpoint/2010/main" val="262837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20B7-0972-177D-1889-51C39914045C}"/>
              </a:ext>
            </a:extLst>
          </p:cNvPr>
          <p:cNvSpPr>
            <a:spLocks noGrp="1"/>
          </p:cNvSpPr>
          <p:nvPr>
            <p:ph type="title"/>
          </p:nvPr>
        </p:nvSpPr>
        <p:spPr/>
        <p:txBody>
          <a:bodyPr/>
          <a:lstStyle/>
          <a:p>
            <a:r>
              <a:rPr lang="en-US" dirty="0"/>
              <a:t>Thyroid Cancer can be monitor and diagnosis through varies way.</a:t>
            </a:r>
          </a:p>
        </p:txBody>
      </p:sp>
      <p:sp>
        <p:nvSpPr>
          <p:cNvPr id="3" name="Content Placeholder 2">
            <a:extLst>
              <a:ext uri="{FF2B5EF4-FFF2-40B4-BE49-F238E27FC236}">
                <a16:creationId xmlns:a16="http://schemas.microsoft.com/office/drawing/2014/main" id="{4D18ED48-952A-0730-3A12-EBF150C15755}"/>
              </a:ext>
            </a:extLst>
          </p:cNvPr>
          <p:cNvSpPr>
            <a:spLocks noGrp="1"/>
          </p:cNvSpPr>
          <p:nvPr>
            <p:ph idx="1"/>
          </p:nvPr>
        </p:nvSpPr>
        <p:spPr>
          <a:xfrm>
            <a:off x="391885" y="2195740"/>
            <a:ext cx="9775372" cy="4351338"/>
          </a:xfrm>
        </p:spPr>
        <p:txBody>
          <a:bodyPr>
            <a:normAutofit fontScale="92500" lnSpcReduction="20000"/>
          </a:bodyPr>
          <a:lstStyle/>
          <a:p>
            <a:pPr lvl="0"/>
            <a:r>
              <a:rPr lang="en-US" b="1" dirty="0"/>
              <a:t>Physical Exam and History:</a:t>
            </a:r>
            <a:r>
              <a:rPr lang="en-US" dirty="0"/>
              <a:t> A doctor will check your neck for lumps or nodules and ask about your medical history, including any family history of thyroid cancer or radiation exposure.</a:t>
            </a:r>
          </a:p>
          <a:p>
            <a:pPr lvl="0"/>
            <a:r>
              <a:rPr lang="en-US" b="1" dirty="0"/>
              <a:t>Blood Tests:</a:t>
            </a:r>
            <a:r>
              <a:rPr lang="en-US" dirty="0"/>
              <a:t> These tests measure the levels of thyroid-stimulating hormone (TSH) and other thyroid hormones (T3 and T4) to see if your thyroid is functioning properly. While these don't directly diagnose cancer, abnormal levels can indicate a thyroid problem.</a:t>
            </a:r>
          </a:p>
          <a:p>
            <a:pPr lvl="0"/>
            <a:r>
              <a:rPr lang="en-US" b="1" dirty="0"/>
              <a:t>Ultrasound:</a:t>
            </a:r>
            <a:r>
              <a:rPr lang="en-US" dirty="0"/>
              <a:t> This imaging test uses sound waves to create detailed pictures of your thyroid. It helps to identify nodules, determine their size, location, and characteristics (e.g., solid or fluid-filled), which can help assess the likelihood of cancer.</a:t>
            </a:r>
          </a:p>
          <a:p>
            <a:pPr lvl="0"/>
            <a:r>
              <a:rPr lang="en-US" b="1" dirty="0"/>
              <a:t>Fine-Needle Aspiration (FNA) Biopsy:</a:t>
            </a:r>
            <a:r>
              <a:rPr lang="en-US" dirty="0"/>
              <a:t> This is often the most definitive diagnostic test. A thin needle is inserted into the thyroid nodule (guided by ultrasound) to collect a small sample of cells. These cells are then examined under a microscope by a pathologist to check for cancerous cells.</a:t>
            </a:r>
          </a:p>
          <a:p>
            <a:pPr lvl="0"/>
            <a:r>
              <a:rPr lang="en-US" b="1" dirty="0"/>
              <a:t>Molecular Testing:</a:t>
            </a:r>
            <a:r>
              <a:rPr lang="en-US" dirty="0"/>
              <a:t> In some cases, if the FNA results are inconclusive, additional molecular tests on the biopsy sample may be performed to look for specific genetic changes that are common in thyroid cancers.</a:t>
            </a:r>
          </a:p>
          <a:p>
            <a:pPr lvl="0"/>
            <a:r>
              <a:rPr lang="en-US" b="1" dirty="0"/>
              <a:t>Imaging Tests (less common for initial diagnosis, more for staging):</a:t>
            </a:r>
            <a:r>
              <a:rPr lang="en-US" dirty="0"/>
              <a:t> CT scans, MRI scans, or PET scans might be used to see if the cancer has spread beyond the thyroid.</a:t>
            </a:r>
          </a:p>
          <a:p>
            <a:pPr marL="0" indent="0">
              <a:buNone/>
            </a:pPr>
            <a:endParaRPr lang="en-US" dirty="0"/>
          </a:p>
        </p:txBody>
      </p:sp>
    </p:spTree>
    <p:extLst>
      <p:ext uri="{BB962C8B-B14F-4D97-AF65-F5344CB8AC3E}">
        <p14:creationId xmlns:p14="http://schemas.microsoft.com/office/powerpoint/2010/main" val="8765199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433</TotalTime>
  <Words>604</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Trebuchet MS</vt:lpstr>
      <vt:lpstr>Wingdings 3</vt:lpstr>
      <vt:lpstr>Facet</vt:lpstr>
      <vt:lpstr>What is Thyroid Cancer and their risk factors?</vt:lpstr>
      <vt:lpstr>  </vt:lpstr>
      <vt:lpstr>Data Source and Methodology</vt:lpstr>
      <vt:lpstr>PowerPoint Presentation</vt:lpstr>
      <vt:lpstr>PowerPoint Presentation</vt:lpstr>
      <vt:lpstr>PowerPoint Presentation</vt:lpstr>
      <vt:lpstr>PowerPoint Presentation</vt:lpstr>
      <vt:lpstr>Thyroid Cancer can be monitor and diagnosis through varies 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Susie</dc:creator>
  <cp:lastModifiedBy>Lee, Susie</cp:lastModifiedBy>
  <cp:revision>2</cp:revision>
  <dcterms:created xsi:type="dcterms:W3CDTF">2026-05-19T03:40:07Z</dcterms:created>
  <dcterms:modified xsi:type="dcterms:W3CDTF">2026-05-25T03:57:14Z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882f12-421b-44e0-be57-0bd76256c3e5_Enabled">
    <vt:lpwstr>true</vt:lpwstr>
  </property>
  <property fmtid="{D5CDD505-2E9C-101B-9397-08002B2CF9AE}" pid="3" name="MSIP_Label_f4882f12-421b-44e0-be57-0bd76256c3e5_SetDate">
    <vt:lpwstr>2026-05-19T13:05:58Z</vt:lpwstr>
  </property>
  <property fmtid="{D5CDD505-2E9C-101B-9397-08002B2CF9AE}" pid="4" name="MSIP_Label_f4882f12-421b-44e0-be57-0bd76256c3e5_Method">
    <vt:lpwstr>Standard</vt:lpwstr>
  </property>
  <property fmtid="{D5CDD505-2E9C-101B-9397-08002B2CF9AE}" pid="5" name="MSIP_Label_f4882f12-421b-44e0-be57-0bd76256c3e5_Name">
    <vt:lpwstr>General Business Data</vt:lpwstr>
  </property>
  <property fmtid="{D5CDD505-2E9C-101B-9397-08002B2CF9AE}" pid="6" name="MSIP_Label_f4882f12-421b-44e0-be57-0bd76256c3e5_SiteId">
    <vt:lpwstr>7697727b-2a23-4f42-a66c-02ef2bb7fd6b</vt:lpwstr>
  </property>
  <property fmtid="{D5CDD505-2E9C-101B-9397-08002B2CF9AE}" pid="7" name="MSIP_Label_f4882f12-421b-44e0-be57-0bd76256c3e5_ActionId">
    <vt:lpwstr>278bf05a-a27e-4bdc-a114-0a89e0194f72</vt:lpwstr>
  </property>
  <property fmtid="{D5CDD505-2E9C-101B-9397-08002B2CF9AE}" pid="8" name="MSIP_Label_f4882f12-421b-44e0-be57-0bd76256c3e5_ContentBits">
    <vt:lpwstr>0</vt:lpwstr>
  </property>
  <property fmtid="{D5CDD505-2E9C-101B-9397-08002B2CF9AE}" pid="9" name="MSIP_Label_f4882f12-421b-44e0-be57-0bd76256c3e5_Tag">
    <vt:lpwstr>10, 3, 0, 1</vt:lpwstr>
  </property>
</Properties>
</file>